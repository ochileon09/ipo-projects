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9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A77D96-B143-454B-866C-A8054CBFE23D}" v="17" dt="2026-08-30T05:43:02.6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량후 김" userId="2b1a9a6c89e64579" providerId="LiveId" clId="{AD8B4EC1-9391-4168-B4D6-CEECCDFD57E8}"/>
    <pc:docChg chg="undo custSel addSld delSld modSld">
      <pc:chgData name="량후 김" userId="2b1a9a6c89e64579" providerId="LiveId" clId="{AD8B4EC1-9391-4168-B4D6-CEECCDFD57E8}" dt="2026-08-30T05:43:07.872" v="526" actId="20577"/>
      <pc:docMkLst>
        <pc:docMk/>
      </pc:docMkLst>
      <pc:sldChg chg="delSp modSp mod">
        <pc:chgData name="량후 김" userId="2b1a9a6c89e64579" providerId="LiveId" clId="{AD8B4EC1-9391-4168-B4D6-CEECCDFD57E8}" dt="2026-08-30T05:39:58.425" v="393" actId="478"/>
        <pc:sldMkLst>
          <pc:docMk/>
          <pc:sldMk cId="663920964" sldId="256"/>
        </pc:sldMkLst>
        <pc:spChg chg="del">
          <ac:chgData name="량후 김" userId="2b1a9a6c89e64579" providerId="LiveId" clId="{AD8B4EC1-9391-4168-B4D6-CEECCDFD57E8}" dt="2026-08-30T05:15:33.803" v="312" actId="478"/>
          <ac:spMkLst>
            <pc:docMk/>
            <pc:sldMk cId="663920964" sldId="256"/>
            <ac:spMk id="4" creationId="{8A968705-E528-4D4E-B8D6-E519E07DCE55}"/>
          </ac:spMkLst>
        </pc:spChg>
        <pc:spChg chg="mod">
          <ac:chgData name="량후 김" userId="2b1a9a6c89e64579" providerId="LiveId" clId="{AD8B4EC1-9391-4168-B4D6-CEECCDFD57E8}" dt="2026-08-30T05:39:36.688" v="392" actId="20577"/>
          <ac:spMkLst>
            <pc:docMk/>
            <pc:sldMk cId="663920964" sldId="256"/>
            <ac:spMk id="13" creationId="{7653382E-92E4-4C0B-BDC0-28BB97F16CFB}"/>
          </ac:spMkLst>
        </pc:spChg>
        <pc:spChg chg="mod">
          <ac:chgData name="량후 김" userId="2b1a9a6c89e64579" providerId="LiveId" clId="{AD8B4EC1-9391-4168-B4D6-CEECCDFD57E8}" dt="2026-08-30T05:39:32.740" v="388" actId="20577"/>
          <ac:spMkLst>
            <pc:docMk/>
            <pc:sldMk cId="663920964" sldId="256"/>
            <ac:spMk id="16" creationId="{D7A05F4C-6207-408D-9706-FD32AD3BBCA7}"/>
          </ac:spMkLst>
        </pc:spChg>
        <pc:spChg chg="mod">
          <ac:chgData name="량후 김" userId="2b1a9a6c89e64579" providerId="LiveId" clId="{AD8B4EC1-9391-4168-B4D6-CEECCDFD57E8}" dt="2026-08-30T05:39:35.060" v="390" actId="20577"/>
          <ac:spMkLst>
            <pc:docMk/>
            <pc:sldMk cId="663920964" sldId="256"/>
            <ac:spMk id="19" creationId="{781A80DA-BBC1-4DC5-9CFC-285BE191E0E7}"/>
          </ac:spMkLst>
        </pc:spChg>
        <pc:spChg chg="mod">
          <ac:chgData name="량후 김" userId="2b1a9a6c89e64579" providerId="LiveId" clId="{AD8B4EC1-9391-4168-B4D6-CEECCDFD57E8}" dt="2026-08-30T05:15:06.090" v="233" actId="6549"/>
          <ac:spMkLst>
            <pc:docMk/>
            <pc:sldMk cId="663920964" sldId="256"/>
            <ac:spMk id="31" creationId="{C28EB53F-FE2C-4A1D-B3DF-FB19C3A673E2}"/>
          </ac:spMkLst>
        </pc:spChg>
        <pc:spChg chg="mod">
          <ac:chgData name="량후 김" userId="2b1a9a6c89e64579" providerId="LiveId" clId="{AD8B4EC1-9391-4168-B4D6-CEECCDFD57E8}" dt="2026-08-30T05:15:25.493" v="311" actId="20577"/>
          <ac:spMkLst>
            <pc:docMk/>
            <pc:sldMk cId="663920964" sldId="256"/>
            <ac:spMk id="43" creationId="{29E582B4-AB97-4C62-8D8F-5690BA08EE82}"/>
          </ac:spMkLst>
        </pc:spChg>
        <pc:spChg chg="del">
          <ac:chgData name="량후 김" userId="2b1a9a6c89e64579" providerId="LiveId" clId="{AD8B4EC1-9391-4168-B4D6-CEECCDFD57E8}" dt="2026-08-30T05:39:58.425" v="393" actId="478"/>
          <ac:spMkLst>
            <pc:docMk/>
            <pc:sldMk cId="663920964" sldId="256"/>
            <ac:spMk id="59" creationId="{FBC988AA-1F73-4CC7-9F2F-864C16F31347}"/>
          </ac:spMkLst>
        </pc:spChg>
      </pc:sldChg>
      <pc:sldChg chg="delSp modSp del mod">
        <pc:chgData name="량후 김" userId="2b1a9a6c89e64579" providerId="LiveId" clId="{AD8B4EC1-9391-4168-B4D6-CEECCDFD57E8}" dt="2026-08-30T05:20:16.189" v="386" actId="47"/>
        <pc:sldMkLst>
          <pc:docMk/>
          <pc:sldMk cId="656603905" sldId="257"/>
        </pc:sldMkLst>
        <pc:spChg chg="mod">
          <ac:chgData name="량후 김" userId="2b1a9a6c89e64579" providerId="LiveId" clId="{AD8B4EC1-9391-4168-B4D6-CEECCDFD57E8}" dt="2026-08-30T05:11:37.767" v="63" actId="20577"/>
          <ac:spMkLst>
            <pc:docMk/>
            <pc:sldMk cId="656603905" sldId="257"/>
            <ac:spMk id="12" creationId="{7742DBEB-1035-49F9-AE0B-1B0AA880D332}"/>
          </ac:spMkLst>
        </pc:spChg>
        <pc:spChg chg="mod">
          <ac:chgData name="량후 김" userId="2b1a9a6c89e64579" providerId="LiveId" clId="{AD8B4EC1-9391-4168-B4D6-CEECCDFD57E8}" dt="2026-08-30T05:11:42.827" v="67" actId="20577"/>
          <ac:spMkLst>
            <pc:docMk/>
            <pc:sldMk cId="656603905" sldId="257"/>
            <ac:spMk id="14" creationId="{AD708C09-F5BB-4CFA-917F-A5F28DDC3339}"/>
          </ac:spMkLst>
        </pc:spChg>
        <pc:spChg chg="mod">
          <ac:chgData name="량후 김" userId="2b1a9a6c89e64579" providerId="LiveId" clId="{AD8B4EC1-9391-4168-B4D6-CEECCDFD57E8}" dt="2026-08-30T05:11:14.722" v="55" actId="20577"/>
          <ac:spMkLst>
            <pc:docMk/>
            <pc:sldMk cId="656603905" sldId="257"/>
            <ac:spMk id="21" creationId="{FD77194E-824C-4444-8649-87E5C3DDBE56}"/>
          </ac:spMkLst>
        </pc:spChg>
        <pc:spChg chg="mod">
          <ac:chgData name="량후 김" userId="2b1a9a6c89e64579" providerId="LiveId" clId="{AD8B4EC1-9391-4168-B4D6-CEECCDFD57E8}" dt="2026-08-30T05:11:27.851" v="59" actId="20577"/>
          <ac:spMkLst>
            <pc:docMk/>
            <pc:sldMk cId="656603905" sldId="257"/>
            <ac:spMk id="23" creationId="{62E78D0E-66D9-457E-AC1A-B0EBCD5054C8}"/>
          </ac:spMkLst>
        </pc:spChg>
        <pc:spChg chg="mod">
          <ac:chgData name="량후 김" userId="2b1a9a6c89e64579" providerId="LiveId" clId="{AD8B4EC1-9391-4168-B4D6-CEECCDFD57E8}" dt="2026-08-30T05:11:52.691" v="69" actId="20577"/>
          <ac:spMkLst>
            <pc:docMk/>
            <pc:sldMk cId="656603905" sldId="257"/>
            <ac:spMk id="27" creationId="{22847929-FBC5-405B-9692-2E56E3E3C0D9}"/>
          </ac:spMkLst>
        </pc:spChg>
        <pc:spChg chg="mod">
          <ac:chgData name="량후 김" userId="2b1a9a6c89e64579" providerId="LiveId" clId="{AD8B4EC1-9391-4168-B4D6-CEECCDFD57E8}" dt="2026-08-30T05:11:57.031" v="71" actId="20577"/>
          <ac:spMkLst>
            <pc:docMk/>
            <pc:sldMk cId="656603905" sldId="257"/>
            <ac:spMk id="29" creationId="{6C7BDEDD-20A4-4C2E-B471-C782A6031075}"/>
          </ac:spMkLst>
        </pc:spChg>
        <pc:spChg chg="mod">
          <ac:chgData name="량후 김" userId="2b1a9a6c89e64579" providerId="LiveId" clId="{AD8B4EC1-9391-4168-B4D6-CEECCDFD57E8}" dt="2026-08-30T05:13:14.617" v="91" actId="1076"/>
          <ac:spMkLst>
            <pc:docMk/>
            <pc:sldMk cId="656603905" sldId="257"/>
            <ac:spMk id="30" creationId="{0E536138-573F-450C-9E89-8BEBA70F6EA4}"/>
          </ac:spMkLst>
        </pc:spChg>
        <pc:spChg chg="mod">
          <ac:chgData name="량후 김" userId="2b1a9a6c89e64579" providerId="LiveId" clId="{AD8B4EC1-9391-4168-B4D6-CEECCDFD57E8}" dt="2026-08-30T05:13:14.617" v="91" actId="1076"/>
          <ac:spMkLst>
            <pc:docMk/>
            <pc:sldMk cId="656603905" sldId="257"/>
            <ac:spMk id="31" creationId="{1EB997BC-A2CB-492F-95BA-F170760CBC93}"/>
          </ac:spMkLst>
        </pc:spChg>
        <pc:spChg chg="mod">
          <ac:chgData name="량후 김" userId="2b1a9a6c89e64579" providerId="LiveId" clId="{AD8B4EC1-9391-4168-B4D6-CEECCDFD57E8}" dt="2026-08-30T05:13:14.617" v="91" actId="1076"/>
          <ac:spMkLst>
            <pc:docMk/>
            <pc:sldMk cId="656603905" sldId="257"/>
            <ac:spMk id="32" creationId="{A222DFF0-9C7A-404C-B81F-9371F93A5495}"/>
          </ac:spMkLst>
        </pc:spChg>
        <pc:spChg chg="del">
          <ac:chgData name="량후 김" userId="2b1a9a6c89e64579" providerId="LiveId" clId="{AD8B4EC1-9391-4168-B4D6-CEECCDFD57E8}" dt="2026-08-30T05:08:31.304" v="0" actId="478"/>
          <ac:spMkLst>
            <pc:docMk/>
            <pc:sldMk cId="656603905" sldId="257"/>
            <ac:spMk id="33" creationId="{223D7E0B-E6D3-407C-8C75-3579EE35BC93}"/>
          </ac:spMkLst>
        </pc:spChg>
        <pc:spChg chg="del">
          <ac:chgData name="량후 김" userId="2b1a9a6c89e64579" providerId="LiveId" clId="{AD8B4EC1-9391-4168-B4D6-CEECCDFD57E8}" dt="2026-08-30T05:08:32.774" v="1" actId="478"/>
          <ac:spMkLst>
            <pc:docMk/>
            <pc:sldMk cId="656603905" sldId="257"/>
            <ac:spMk id="34" creationId="{D5271F66-D8BD-44C2-B1E5-278C631B5D51}"/>
          </ac:spMkLst>
        </pc:spChg>
        <pc:spChg chg="del">
          <ac:chgData name="량후 김" userId="2b1a9a6c89e64579" providerId="LiveId" clId="{AD8B4EC1-9391-4168-B4D6-CEECCDFD57E8}" dt="2026-08-30T05:08:34.324" v="2" actId="478"/>
          <ac:spMkLst>
            <pc:docMk/>
            <pc:sldMk cId="656603905" sldId="257"/>
            <ac:spMk id="35" creationId="{FC865A5F-C19C-437F-A843-DDF0A9A61B01}"/>
          </ac:spMkLst>
        </pc:spChg>
      </pc:sldChg>
      <pc:sldChg chg="addSp delSp modSp mod">
        <pc:chgData name="량후 김" userId="2b1a9a6c89e64579" providerId="LiveId" clId="{AD8B4EC1-9391-4168-B4D6-CEECCDFD57E8}" dt="2026-08-30T05:43:07.872" v="526" actId="20577"/>
        <pc:sldMkLst>
          <pc:docMk/>
          <pc:sldMk cId="1208600720" sldId="258"/>
        </pc:sldMkLst>
        <pc:spChg chg="mod">
          <ac:chgData name="량후 김" userId="2b1a9a6c89e64579" providerId="LiveId" clId="{AD8B4EC1-9391-4168-B4D6-CEECCDFD57E8}" dt="2026-08-30T05:40:06.251" v="397" actId="20577"/>
          <ac:spMkLst>
            <pc:docMk/>
            <pc:sldMk cId="1208600720" sldId="258"/>
            <ac:spMk id="15" creationId="{5D9E5F7C-E6AF-47A2-A24B-D42FFBAEDB4A}"/>
          </ac:spMkLst>
        </pc:spChg>
        <pc:spChg chg="mod">
          <ac:chgData name="량후 김" userId="2b1a9a6c89e64579" providerId="LiveId" clId="{AD8B4EC1-9391-4168-B4D6-CEECCDFD57E8}" dt="2026-08-30T05:40:07.789" v="399" actId="20577"/>
          <ac:spMkLst>
            <pc:docMk/>
            <pc:sldMk cId="1208600720" sldId="258"/>
            <ac:spMk id="18" creationId="{118AF2FB-87BD-41DD-B5FA-0D58EF00DD29}"/>
          </ac:spMkLst>
        </pc:spChg>
        <pc:spChg chg="mod">
          <ac:chgData name="량후 김" userId="2b1a9a6c89e64579" providerId="LiveId" clId="{AD8B4EC1-9391-4168-B4D6-CEECCDFD57E8}" dt="2026-08-30T05:40:09.151" v="401" actId="20577"/>
          <ac:spMkLst>
            <pc:docMk/>
            <pc:sldMk cId="1208600720" sldId="258"/>
            <ac:spMk id="21" creationId="{04A682B4-2633-4D5E-8380-A5CCF1B2C94B}"/>
          </ac:spMkLst>
        </pc:spChg>
        <pc:spChg chg="mod">
          <ac:chgData name="량후 김" userId="2b1a9a6c89e64579" providerId="LiveId" clId="{AD8B4EC1-9391-4168-B4D6-CEECCDFD57E8}" dt="2026-08-30T05:40:16.369" v="402" actId="1076"/>
          <ac:spMkLst>
            <pc:docMk/>
            <pc:sldMk cId="1208600720" sldId="258"/>
            <ac:spMk id="26" creationId="{DD1A8464-362A-4717-9AC2-BFB94323D991}"/>
          </ac:spMkLst>
        </pc:spChg>
        <pc:spChg chg="add del">
          <ac:chgData name="량후 김" userId="2b1a9a6c89e64579" providerId="LiveId" clId="{AD8B4EC1-9391-4168-B4D6-CEECCDFD57E8}" dt="2026-08-30T05:41:04.432" v="426" actId="478"/>
          <ac:spMkLst>
            <pc:docMk/>
            <pc:sldMk cId="1208600720" sldId="258"/>
            <ac:spMk id="27" creationId="{CF053942-5D21-4626-BD41-224421AC1BC0}"/>
          </ac:spMkLst>
        </pc:spChg>
        <pc:spChg chg="mod">
          <ac:chgData name="량후 김" userId="2b1a9a6c89e64579" providerId="LiveId" clId="{AD8B4EC1-9391-4168-B4D6-CEECCDFD57E8}" dt="2026-08-30T05:41:41.162" v="437" actId="1076"/>
          <ac:spMkLst>
            <pc:docMk/>
            <pc:sldMk cId="1208600720" sldId="258"/>
            <ac:spMk id="28" creationId="{95F95097-1D06-45BC-9420-1DB0A354CC32}"/>
          </ac:spMkLst>
        </pc:spChg>
        <pc:spChg chg="mod">
          <ac:chgData name="량후 김" userId="2b1a9a6c89e64579" providerId="LiveId" clId="{AD8B4EC1-9391-4168-B4D6-CEECCDFD57E8}" dt="2026-08-30T05:42:11.710" v="440" actId="1076"/>
          <ac:spMkLst>
            <pc:docMk/>
            <pc:sldMk cId="1208600720" sldId="258"/>
            <ac:spMk id="31" creationId="{4FE848DB-06B1-4FA7-9225-811C922B13FD}"/>
          </ac:spMkLst>
        </pc:spChg>
        <pc:spChg chg="mod">
          <ac:chgData name="량후 김" userId="2b1a9a6c89e64579" providerId="LiveId" clId="{AD8B4EC1-9391-4168-B4D6-CEECCDFD57E8}" dt="2026-08-30T05:42:11.710" v="440" actId="1076"/>
          <ac:spMkLst>
            <pc:docMk/>
            <pc:sldMk cId="1208600720" sldId="258"/>
            <ac:spMk id="34" creationId="{1AD3CF38-503D-4BE8-A345-2157D6D2BB2D}"/>
          </ac:spMkLst>
        </pc:spChg>
        <pc:spChg chg="mod">
          <ac:chgData name="량후 김" userId="2b1a9a6c89e64579" providerId="LiveId" clId="{AD8B4EC1-9391-4168-B4D6-CEECCDFD57E8}" dt="2026-08-30T05:43:07.872" v="526" actId="20577"/>
          <ac:spMkLst>
            <pc:docMk/>
            <pc:sldMk cId="1208600720" sldId="258"/>
            <ac:spMk id="45" creationId="{586CA4BF-FDCF-4BFD-90D9-979164118FA2}"/>
          </ac:spMkLst>
        </pc:spChg>
        <pc:spChg chg="mod">
          <ac:chgData name="량후 김" userId="2b1a9a6c89e64579" providerId="LiveId" clId="{AD8B4EC1-9391-4168-B4D6-CEECCDFD57E8}" dt="2026-08-30T05:40:44.795" v="408" actId="1035"/>
          <ac:spMkLst>
            <pc:docMk/>
            <pc:sldMk cId="1208600720" sldId="258"/>
            <ac:spMk id="59" creationId="{8EC5BABF-D765-45AF-B26B-515544BF4F39}"/>
          </ac:spMkLst>
        </pc:spChg>
        <pc:spChg chg="mod">
          <ac:chgData name="량후 김" userId="2b1a9a6c89e64579" providerId="LiveId" clId="{AD8B4EC1-9391-4168-B4D6-CEECCDFD57E8}" dt="2026-08-30T05:40:58.356" v="425" actId="1035"/>
          <ac:spMkLst>
            <pc:docMk/>
            <pc:sldMk cId="1208600720" sldId="258"/>
            <ac:spMk id="60" creationId="{A97B5664-FAF4-4AF8-AA3C-BCB642602DE0}"/>
          </ac:spMkLst>
        </pc:spChg>
        <pc:spChg chg="mod">
          <ac:chgData name="량후 김" userId="2b1a9a6c89e64579" providerId="LiveId" clId="{AD8B4EC1-9391-4168-B4D6-CEECCDFD57E8}" dt="2026-08-30T05:16:07.736" v="320"/>
          <ac:spMkLst>
            <pc:docMk/>
            <pc:sldMk cId="1208600720" sldId="258"/>
            <ac:spMk id="70" creationId="{BB09F300-BF37-4F3E-BB0D-73F96677806E}"/>
          </ac:spMkLst>
        </pc:spChg>
        <pc:spChg chg="mod">
          <ac:chgData name="량후 김" userId="2b1a9a6c89e64579" providerId="LiveId" clId="{AD8B4EC1-9391-4168-B4D6-CEECCDFD57E8}" dt="2026-08-30T05:42:11.710" v="440" actId="1076"/>
          <ac:spMkLst>
            <pc:docMk/>
            <pc:sldMk cId="1208600720" sldId="258"/>
            <ac:spMk id="76" creationId="{97E7AD64-3ACD-4D62-A441-B33F6990E2B1}"/>
          </ac:spMkLst>
        </pc:spChg>
        <pc:spChg chg="mod">
          <ac:chgData name="량후 김" userId="2b1a9a6c89e64579" providerId="LiveId" clId="{AD8B4EC1-9391-4168-B4D6-CEECCDFD57E8}" dt="2026-08-30T05:40:58.356" v="425" actId="1035"/>
          <ac:spMkLst>
            <pc:docMk/>
            <pc:sldMk cId="1208600720" sldId="258"/>
            <ac:spMk id="77" creationId="{543CDB6A-2E70-4DFD-AABC-1EA84EAA272A}"/>
          </ac:spMkLst>
        </pc:spChg>
        <pc:spChg chg="mod">
          <ac:chgData name="량후 김" userId="2b1a9a6c89e64579" providerId="LiveId" clId="{AD8B4EC1-9391-4168-B4D6-CEECCDFD57E8}" dt="2026-08-30T05:42:11.710" v="440" actId="1076"/>
          <ac:spMkLst>
            <pc:docMk/>
            <pc:sldMk cId="1208600720" sldId="258"/>
            <ac:spMk id="78" creationId="{3ADA6797-83CE-4EB1-9CFE-B32111CB9BAC}"/>
          </ac:spMkLst>
        </pc:spChg>
        <pc:spChg chg="mod">
          <ac:chgData name="량후 김" userId="2b1a9a6c89e64579" providerId="LiveId" clId="{AD8B4EC1-9391-4168-B4D6-CEECCDFD57E8}" dt="2026-08-30T05:40:58.356" v="425" actId="1035"/>
          <ac:spMkLst>
            <pc:docMk/>
            <pc:sldMk cId="1208600720" sldId="258"/>
            <ac:spMk id="94" creationId="{AD9F4BFA-4964-4373-99DC-9C271464B92E}"/>
          </ac:spMkLst>
        </pc:spChg>
        <pc:spChg chg="mod">
          <ac:chgData name="량후 김" userId="2b1a9a6c89e64579" providerId="LiveId" clId="{AD8B4EC1-9391-4168-B4D6-CEECCDFD57E8}" dt="2026-08-30T05:43:04.479" v="524" actId="20577"/>
          <ac:spMkLst>
            <pc:docMk/>
            <pc:sldMk cId="1208600720" sldId="258"/>
            <ac:spMk id="96" creationId="{CE9B535A-28CF-4063-A88B-F3B2B46B4587}"/>
          </ac:spMkLst>
        </pc:spChg>
        <pc:spChg chg="mod">
          <ac:chgData name="량후 김" userId="2b1a9a6c89e64579" providerId="LiveId" clId="{AD8B4EC1-9391-4168-B4D6-CEECCDFD57E8}" dt="2026-08-30T05:42:11.710" v="440" actId="1076"/>
          <ac:spMkLst>
            <pc:docMk/>
            <pc:sldMk cId="1208600720" sldId="258"/>
            <ac:spMk id="98" creationId="{A7E8C20A-BEB8-476F-ADF3-B253CACA3EC6}"/>
          </ac:spMkLst>
        </pc:spChg>
        <pc:spChg chg="mod">
          <ac:chgData name="량후 김" userId="2b1a9a6c89e64579" providerId="LiveId" clId="{AD8B4EC1-9391-4168-B4D6-CEECCDFD57E8}" dt="2026-08-30T05:16:11.648" v="327"/>
          <ac:spMkLst>
            <pc:docMk/>
            <pc:sldMk cId="1208600720" sldId="258"/>
            <ac:spMk id="104" creationId="{2F5D639F-12CE-4D14-BA72-921541F312E4}"/>
          </ac:spMkLst>
        </pc:spChg>
        <pc:spChg chg="mod">
          <ac:chgData name="량후 김" userId="2b1a9a6c89e64579" providerId="LiveId" clId="{AD8B4EC1-9391-4168-B4D6-CEECCDFD57E8}" dt="2026-08-30T05:42:11.710" v="440" actId="1076"/>
          <ac:spMkLst>
            <pc:docMk/>
            <pc:sldMk cId="1208600720" sldId="258"/>
            <ac:spMk id="107" creationId="{023E1F78-587A-4F50-9C09-0E8A13699572}"/>
          </ac:spMkLst>
        </pc:spChg>
        <pc:spChg chg="mod">
          <ac:chgData name="량후 김" userId="2b1a9a6c89e64579" providerId="LiveId" clId="{AD8B4EC1-9391-4168-B4D6-CEECCDFD57E8}" dt="2026-08-30T05:40:58.356" v="425" actId="1035"/>
          <ac:spMkLst>
            <pc:docMk/>
            <pc:sldMk cId="1208600720" sldId="258"/>
            <ac:spMk id="111" creationId="{5416F3F1-E678-4D58-A13B-9539296F5472}"/>
          </ac:spMkLst>
        </pc:spChg>
        <pc:spChg chg="mod">
          <ac:chgData name="량후 김" userId="2b1a9a6c89e64579" providerId="LiveId" clId="{AD8B4EC1-9391-4168-B4D6-CEECCDFD57E8}" dt="2026-08-30T05:42:11.710" v="440" actId="1076"/>
          <ac:spMkLst>
            <pc:docMk/>
            <pc:sldMk cId="1208600720" sldId="258"/>
            <ac:spMk id="114" creationId="{3A75C5C7-AF61-44FA-A2A9-C867CFEC4642}"/>
          </ac:spMkLst>
        </pc:spChg>
        <pc:spChg chg="mod">
          <ac:chgData name="량후 김" userId="2b1a9a6c89e64579" providerId="LiveId" clId="{AD8B4EC1-9391-4168-B4D6-CEECCDFD57E8}" dt="2026-08-30T05:41:21.013" v="433"/>
          <ac:spMkLst>
            <pc:docMk/>
            <pc:sldMk cId="1208600720" sldId="258"/>
            <ac:spMk id="117" creationId="{194BFD68-84A3-4D54-9015-F7DC34EEC5EE}"/>
          </ac:spMkLst>
        </pc:spChg>
        <pc:spChg chg="mod">
          <ac:chgData name="량후 김" userId="2b1a9a6c89e64579" providerId="LiveId" clId="{AD8B4EC1-9391-4168-B4D6-CEECCDFD57E8}" dt="2026-08-30T05:42:11.710" v="440" actId="1076"/>
          <ac:spMkLst>
            <pc:docMk/>
            <pc:sldMk cId="1208600720" sldId="258"/>
            <ac:spMk id="118" creationId="{055177AF-0952-4D83-9320-5C2F6869FC25}"/>
          </ac:spMkLst>
        </pc:spChg>
        <pc:spChg chg="mod">
          <ac:chgData name="량후 김" userId="2b1a9a6c89e64579" providerId="LiveId" clId="{AD8B4EC1-9391-4168-B4D6-CEECCDFD57E8}" dt="2026-08-30T05:42:11.710" v="440" actId="1076"/>
          <ac:spMkLst>
            <pc:docMk/>
            <pc:sldMk cId="1208600720" sldId="258"/>
            <ac:spMk id="126" creationId="{F2B965D9-122F-4830-8D60-F1095BB40474}"/>
          </ac:spMkLst>
        </pc:spChg>
        <pc:spChg chg="mod">
          <ac:chgData name="량후 김" userId="2b1a9a6c89e64579" providerId="LiveId" clId="{AD8B4EC1-9391-4168-B4D6-CEECCDFD57E8}" dt="2026-08-30T05:40:58.356" v="425" actId="1035"/>
          <ac:spMkLst>
            <pc:docMk/>
            <pc:sldMk cId="1208600720" sldId="258"/>
            <ac:spMk id="128" creationId="{5A9E47E7-F560-4FC5-87B4-C4178FEA503A}"/>
          </ac:spMkLst>
        </pc:spChg>
        <pc:spChg chg="add del mod">
          <ac:chgData name="량후 김" userId="2b1a9a6c89e64579" providerId="LiveId" clId="{AD8B4EC1-9391-4168-B4D6-CEECCDFD57E8}" dt="2026-08-30T05:14:06.181" v="98" actId="478"/>
          <ac:spMkLst>
            <pc:docMk/>
            <pc:sldMk cId="1208600720" sldId="258"/>
            <ac:spMk id="129" creationId="{429C56B6-6791-4B9F-A1F1-B85975370F5D}"/>
          </ac:spMkLst>
        </pc:spChg>
        <pc:spChg chg="mod">
          <ac:chgData name="량후 김" userId="2b1a9a6c89e64579" providerId="LiveId" clId="{AD8B4EC1-9391-4168-B4D6-CEECCDFD57E8}" dt="2026-08-30T05:42:11.710" v="440" actId="1076"/>
          <ac:spMkLst>
            <pc:docMk/>
            <pc:sldMk cId="1208600720" sldId="258"/>
            <ac:spMk id="130" creationId="{91BA8B0E-B31B-CBDA-EED8-03F6D5CEB6B1}"/>
          </ac:spMkLst>
        </pc:spChg>
        <pc:spChg chg="del mod">
          <ac:chgData name="량후 김" userId="2b1a9a6c89e64579" providerId="LiveId" clId="{AD8B4EC1-9391-4168-B4D6-CEECCDFD57E8}" dt="2026-08-30T05:14:10.407" v="100" actId="478"/>
          <ac:spMkLst>
            <pc:docMk/>
            <pc:sldMk cId="1208600720" sldId="258"/>
            <ac:spMk id="130" creationId="{CAAF6772-B9EE-4884-B6E0-F05DB724FD55}"/>
          </ac:spMkLst>
        </pc:spChg>
        <pc:spChg chg="del">
          <ac:chgData name="량후 김" userId="2b1a9a6c89e64579" providerId="LiveId" clId="{AD8B4EC1-9391-4168-B4D6-CEECCDFD57E8}" dt="2026-08-30T05:14:12.276" v="102" actId="478"/>
          <ac:spMkLst>
            <pc:docMk/>
            <pc:sldMk cId="1208600720" sldId="258"/>
            <ac:spMk id="131" creationId="{52BC2716-3BE2-4573-B386-C87BA137037D}"/>
          </ac:spMkLst>
        </pc:spChg>
        <pc:spChg chg="del">
          <ac:chgData name="량후 김" userId="2b1a9a6c89e64579" providerId="LiveId" clId="{AD8B4EC1-9391-4168-B4D6-CEECCDFD57E8}" dt="2026-08-30T05:14:14.769" v="103" actId="478"/>
          <ac:spMkLst>
            <pc:docMk/>
            <pc:sldMk cId="1208600720" sldId="258"/>
            <ac:spMk id="132" creationId="{8E58A5DC-DF25-45C2-858B-8D4492F401B9}"/>
          </ac:spMkLst>
        </pc:spChg>
        <pc:spChg chg="mod">
          <ac:chgData name="량후 김" userId="2b1a9a6c89e64579" providerId="LiveId" clId="{AD8B4EC1-9391-4168-B4D6-CEECCDFD57E8}" dt="2026-08-30T05:42:23.727" v="462"/>
          <ac:spMkLst>
            <pc:docMk/>
            <pc:sldMk cId="1208600720" sldId="258"/>
            <ac:spMk id="132" creationId="{9A3EBC01-59E4-A2C2-1971-55EC92862FFD}"/>
          </ac:spMkLst>
        </pc:spChg>
        <pc:spChg chg="del">
          <ac:chgData name="량후 김" userId="2b1a9a6c89e64579" providerId="LiveId" clId="{AD8B4EC1-9391-4168-B4D6-CEECCDFD57E8}" dt="2026-08-30T05:14:11.353" v="101" actId="478"/>
          <ac:spMkLst>
            <pc:docMk/>
            <pc:sldMk cId="1208600720" sldId="258"/>
            <ac:spMk id="133" creationId="{46035395-418D-4D75-A91D-F9200402DA04}"/>
          </ac:spMkLst>
        </pc:spChg>
        <pc:spChg chg="del">
          <ac:chgData name="량후 김" userId="2b1a9a6c89e64579" providerId="LiveId" clId="{AD8B4EC1-9391-4168-B4D6-CEECCDFD57E8}" dt="2026-08-30T05:40:03.394" v="395" actId="478"/>
          <ac:spMkLst>
            <pc:docMk/>
            <pc:sldMk cId="1208600720" sldId="258"/>
            <ac:spMk id="135" creationId="{FC2035B4-680C-4939-AC30-60164941EDD5}"/>
          </ac:spMkLst>
        </pc:spChg>
        <pc:spChg chg="add mod">
          <ac:chgData name="량후 김" userId="2b1a9a6c89e64579" providerId="LiveId" clId="{AD8B4EC1-9391-4168-B4D6-CEECCDFD57E8}" dt="2026-08-30T05:42:01.612" v="439" actId="1076"/>
          <ac:spMkLst>
            <pc:docMk/>
            <pc:sldMk cId="1208600720" sldId="258"/>
            <ac:spMk id="136" creationId="{B814AF2D-DF30-4B86-7831-A982CD969802}"/>
          </ac:spMkLst>
        </pc:spChg>
        <pc:spChg chg="add mod">
          <ac:chgData name="량후 김" userId="2b1a9a6c89e64579" providerId="LiveId" clId="{AD8B4EC1-9391-4168-B4D6-CEECCDFD57E8}" dt="2026-08-30T05:42:29.772" v="475" actId="20577"/>
          <ac:spMkLst>
            <pc:docMk/>
            <pc:sldMk cId="1208600720" sldId="258"/>
            <ac:spMk id="138" creationId="{876FECB4-78F5-D192-B948-645ECEC182E3}"/>
          </ac:spMkLst>
        </pc:spChg>
        <pc:spChg chg="add mod">
          <ac:chgData name="량후 김" userId="2b1a9a6c89e64579" providerId="LiveId" clId="{AD8B4EC1-9391-4168-B4D6-CEECCDFD57E8}" dt="2026-08-30T05:42:01.612" v="439" actId="1076"/>
          <ac:spMkLst>
            <pc:docMk/>
            <pc:sldMk cId="1208600720" sldId="258"/>
            <ac:spMk id="140" creationId="{A52EDF43-C256-5649-1FF5-E46AE62DBD7D}"/>
          </ac:spMkLst>
        </pc:spChg>
        <pc:spChg chg="add mod">
          <ac:chgData name="량후 김" userId="2b1a9a6c89e64579" providerId="LiveId" clId="{AD8B4EC1-9391-4168-B4D6-CEECCDFD57E8}" dt="2026-08-30T05:42:37.892" v="486"/>
          <ac:spMkLst>
            <pc:docMk/>
            <pc:sldMk cId="1208600720" sldId="258"/>
            <ac:spMk id="142" creationId="{41EFE0DC-84AD-40E5-0180-2A2DDD1B4ED7}"/>
          </ac:spMkLst>
        </pc:spChg>
        <pc:spChg chg="add mod">
          <ac:chgData name="량후 김" userId="2b1a9a6c89e64579" providerId="LiveId" clId="{AD8B4EC1-9391-4168-B4D6-CEECCDFD57E8}" dt="2026-08-30T05:42:01.612" v="439" actId="1076"/>
          <ac:spMkLst>
            <pc:docMk/>
            <pc:sldMk cId="1208600720" sldId="258"/>
            <ac:spMk id="144" creationId="{A4113D38-F257-5014-FAFC-38B9D31AECAD}"/>
          </ac:spMkLst>
        </pc:spChg>
        <pc:spChg chg="add mod">
          <ac:chgData name="량후 김" userId="2b1a9a6c89e64579" providerId="LiveId" clId="{AD8B4EC1-9391-4168-B4D6-CEECCDFD57E8}" dt="2026-08-30T05:42:43.300" v="497"/>
          <ac:spMkLst>
            <pc:docMk/>
            <pc:sldMk cId="1208600720" sldId="258"/>
            <ac:spMk id="146" creationId="{3F0EA116-D771-B9D4-EA28-2883F6F84E41}"/>
          </ac:spMkLst>
        </pc:spChg>
        <pc:spChg chg="add mod">
          <ac:chgData name="량후 김" userId="2b1a9a6c89e64579" providerId="LiveId" clId="{AD8B4EC1-9391-4168-B4D6-CEECCDFD57E8}" dt="2026-08-30T05:42:01.612" v="439" actId="1076"/>
          <ac:spMkLst>
            <pc:docMk/>
            <pc:sldMk cId="1208600720" sldId="258"/>
            <ac:spMk id="148" creationId="{7F4DE6F1-B668-01F3-1DC4-90392D9C8CC6}"/>
          </ac:spMkLst>
        </pc:spChg>
        <pc:spChg chg="add mod">
          <ac:chgData name="량후 김" userId="2b1a9a6c89e64579" providerId="LiveId" clId="{AD8B4EC1-9391-4168-B4D6-CEECCDFD57E8}" dt="2026-08-30T05:42:53.682" v="513" actId="20577"/>
          <ac:spMkLst>
            <pc:docMk/>
            <pc:sldMk cId="1208600720" sldId="258"/>
            <ac:spMk id="150" creationId="{F4B3CE22-124C-7877-A1D0-A515B6F02A0F}"/>
          </ac:spMkLst>
        </pc:spChg>
        <pc:spChg chg="add mod">
          <ac:chgData name="량후 김" userId="2b1a9a6c89e64579" providerId="LiveId" clId="{AD8B4EC1-9391-4168-B4D6-CEECCDFD57E8}" dt="2026-08-30T05:42:01.612" v="439" actId="1076"/>
          <ac:spMkLst>
            <pc:docMk/>
            <pc:sldMk cId="1208600720" sldId="258"/>
            <ac:spMk id="152" creationId="{396837D3-29E6-CA0C-C26F-8E41C31E729F}"/>
          </ac:spMkLst>
        </pc:spChg>
        <pc:spChg chg="add mod">
          <ac:chgData name="량후 김" userId="2b1a9a6c89e64579" providerId="LiveId" clId="{AD8B4EC1-9391-4168-B4D6-CEECCDFD57E8}" dt="2026-08-30T05:43:02.632" v="522"/>
          <ac:spMkLst>
            <pc:docMk/>
            <pc:sldMk cId="1208600720" sldId="258"/>
            <ac:spMk id="154" creationId="{743DDEDA-A500-EEF6-D69C-831A6A67EF3B}"/>
          </ac:spMkLst>
        </pc:spChg>
      </pc:sldChg>
      <pc:sldChg chg="delSp modSp add mod setBg">
        <pc:chgData name="량후 김" userId="2b1a9a6c89e64579" providerId="LiveId" clId="{AD8B4EC1-9391-4168-B4D6-CEECCDFD57E8}" dt="2026-08-30T05:40:00.902" v="394" actId="478"/>
        <pc:sldMkLst>
          <pc:docMk/>
          <pc:sldMk cId="3340484968" sldId="259"/>
        </pc:sldMkLst>
        <pc:spChg chg="mod">
          <ac:chgData name="량후 김" userId="2b1a9a6c89e64579" providerId="LiveId" clId="{AD8B4EC1-9391-4168-B4D6-CEECCDFD57E8}" dt="2026-08-30T05:18:24.597" v="354" actId="20577"/>
          <ac:spMkLst>
            <pc:docMk/>
            <pc:sldMk cId="3340484968" sldId="259"/>
            <ac:spMk id="21" creationId="{C15D768D-DCFA-64F5-8879-208EB4BF7E90}"/>
          </ac:spMkLst>
        </pc:spChg>
        <pc:spChg chg="mod">
          <ac:chgData name="량후 김" userId="2b1a9a6c89e64579" providerId="LiveId" clId="{AD8B4EC1-9391-4168-B4D6-CEECCDFD57E8}" dt="2026-08-30T05:18:46.455" v="358" actId="20577"/>
          <ac:spMkLst>
            <pc:docMk/>
            <pc:sldMk cId="3340484968" sldId="259"/>
            <ac:spMk id="23" creationId="{64B6CCFB-1496-1BFC-A3DC-6C4F24D7C142}"/>
          </ac:spMkLst>
        </pc:spChg>
        <pc:spChg chg="mod">
          <ac:chgData name="량후 김" userId="2b1a9a6c89e64579" providerId="LiveId" clId="{AD8B4EC1-9391-4168-B4D6-CEECCDFD57E8}" dt="2026-08-30T05:18:54.199" v="362" actId="20577"/>
          <ac:spMkLst>
            <pc:docMk/>
            <pc:sldMk cId="3340484968" sldId="259"/>
            <ac:spMk id="25" creationId="{92907086-CDE5-0FBB-C153-9EA949421792}"/>
          </ac:spMkLst>
        </pc:spChg>
        <pc:spChg chg="mod">
          <ac:chgData name="량후 김" userId="2b1a9a6c89e64579" providerId="LiveId" clId="{AD8B4EC1-9391-4168-B4D6-CEECCDFD57E8}" dt="2026-08-30T05:18:58.662" v="364" actId="20577"/>
          <ac:spMkLst>
            <pc:docMk/>
            <pc:sldMk cId="3340484968" sldId="259"/>
            <ac:spMk id="27" creationId="{EEB3E563-EDF2-38A6-AC8B-89B562FC0024}"/>
          </ac:spMkLst>
        </pc:spChg>
        <pc:spChg chg="mod">
          <ac:chgData name="량후 김" userId="2b1a9a6c89e64579" providerId="LiveId" clId="{AD8B4EC1-9391-4168-B4D6-CEECCDFD57E8}" dt="2026-08-30T05:20:12.797" v="385" actId="1076"/>
          <ac:spMkLst>
            <pc:docMk/>
            <pc:sldMk cId="3340484968" sldId="259"/>
            <ac:spMk id="30" creationId="{D5733AD3-FF5E-FA2E-2955-B1F3A206365D}"/>
          </ac:spMkLst>
        </pc:spChg>
        <pc:spChg chg="mod">
          <ac:chgData name="량후 김" userId="2b1a9a6c89e64579" providerId="LiveId" clId="{AD8B4EC1-9391-4168-B4D6-CEECCDFD57E8}" dt="2026-08-30T05:20:12.797" v="385" actId="1076"/>
          <ac:spMkLst>
            <pc:docMk/>
            <pc:sldMk cId="3340484968" sldId="259"/>
            <ac:spMk id="31" creationId="{DCFF1086-4737-7C0B-F16D-22F514537C4F}"/>
          </ac:spMkLst>
        </pc:spChg>
        <pc:spChg chg="mod">
          <ac:chgData name="량후 김" userId="2b1a9a6c89e64579" providerId="LiveId" clId="{AD8B4EC1-9391-4168-B4D6-CEECCDFD57E8}" dt="2026-08-30T05:20:12.797" v="385" actId="1076"/>
          <ac:spMkLst>
            <pc:docMk/>
            <pc:sldMk cId="3340484968" sldId="259"/>
            <ac:spMk id="32" creationId="{D802B8FE-82E2-7EFE-8D33-F9FF5CD4A804}"/>
          </ac:spMkLst>
        </pc:spChg>
        <pc:spChg chg="del">
          <ac:chgData name="량후 김" userId="2b1a9a6c89e64579" providerId="LiveId" clId="{AD8B4EC1-9391-4168-B4D6-CEECCDFD57E8}" dt="2026-08-30T05:40:00.902" v="394" actId="478"/>
          <ac:spMkLst>
            <pc:docMk/>
            <pc:sldMk cId="3340484968" sldId="259"/>
            <ac:spMk id="36" creationId="{FD2830C0-8604-0864-6C53-10BB11C285C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CFCBD-B878-693C-4763-1B2A32308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993861-C8CE-E05B-DC84-4C76A4587F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204172-7FDD-65F2-8CBC-CCAE6E217D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7F477C-AD97-6AEF-969E-FC6F2D2F31D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0144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854BC7C-C928-4697-945A-C0B1B3D3C561}"/>
              </a:ext>
            </a:extLst>
          </p:cNvPr>
          <p:cNvSpPr>
            <a:spLocks noGrp="1"/>
          </p:cNvSpPr>
          <p:nvPr/>
        </p:nvSpPr>
        <p:spPr>
          <a:xfrm>
            <a:off x="419100" y="533400"/>
            <a:ext cx="857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222222"/>
                </a:solidFill>
              </a:defRPr>
            </a:pPr>
            <a:r>
              <a:rPr sz="2700" b="1">
                <a:solidFill>
                  <a:srgbClr val="222222"/>
                </a:solidFill>
              </a:rPr>
              <a:t>생활 습관 설문 입력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35173E4-688B-463B-9D83-C950B66D42CE}"/>
              </a:ext>
            </a:extLst>
          </p:cNvPr>
          <p:cNvSpPr>
            <a:spLocks noGrp="1"/>
          </p:cNvSpPr>
          <p:nvPr/>
        </p:nvSpPr>
        <p:spPr>
          <a:xfrm>
            <a:off x="419100" y="1066800"/>
            <a:ext cx="11353800" cy="19050"/>
          </a:xfrm>
          <a:prstGeom prst="rect">
            <a:avLst/>
          </a:prstGeom>
          <a:solidFill>
            <a:srgbClr val="222222"/>
          </a:solidFill>
          <a:ln w="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D98A7C1-9E80-4FE2-9058-11D2DA38B5D0}"/>
              </a:ext>
            </a:extLst>
          </p:cNvPr>
          <p:cNvSpPr>
            <a:spLocks noGrp="1"/>
          </p:cNvSpPr>
          <p:nvPr/>
        </p:nvSpPr>
        <p:spPr>
          <a:xfrm>
            <a:off x="666750" y="1381125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학번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072D1A6-1049-4DF1-A534-57721FF3DC40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31432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EF68376-46B8-4EAB-9199-62D13DD73599}"/>
              </a:ext>
            </a:extLst>
          </p:cNvPr>
          <p:cNvSpPr>
            <a:spLocks noGrp="1"/>
          </p:cNvSpPr>
          <p:nvPr/>
        </p:nvSpPr>
        <p:spPr>
          <a:xfrm>
            <a:off x="762000" y="1704975"/>
            <a:ext cx="295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2602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EE89DB5-3F21-45CB-9A87-61BBDFC4A5F9}"/>
              </a:ext>
            </a:extLst>
          </p:cNvPr>
          <p:cNvSpPr>
            <a:spLocks noGrp="1"/>
          </p:cNvSpPr>
          <p:nvPr/>
        </p:nvSpPr>
        <p:spPr>
          <a:xfrm>
            <a:off x="4524375" y="1381125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이름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2A2A9A0-837C-43F8-9D00-0A9050627F43}"/>
              </a:ext>
            </a:extLst>
          </p:cNvPr>
          <p:cNvSpPr>
            <a:spLocks noGrp="1"/>
          </p:cNvSpPr>
          <p:nvPr/>
        </p:nvSpPr>
        <p:spPr>
          <a:xfrm>
            <a:off x="4524375" y="1638300"/>
            <a:ext cx="31432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25720E7-AAC6-4B00-AE66-00EDA5D466C7}"/>
              </a:ext>
            </a:extLst>
          </p:cNvPr>
          <p:cNvSpPr>
            <a:spLocks noGrp="1"/>
          </p:cNvSpPr>
          <p:nvPr/>
        </p:nvSpPr>
        <p:spPr>
          <a:xfrm>
            <a:off x="4619625" y="1704975"/>
            <a:ext cx="295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김량후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58C599F-49DD-4813-8E89-FCCA8E75691D}"/>
              </a:ext>
            </a:extLst>
          </p:cNvPr>
          <p:cNvSpPr>
            <a:spLocks noGrp="1"/>
          </p:cNvSpPr>
          <p:nvPr/>
        </p:nvSpPr>
        <p:spPr>
          <a:xfrm>
            <a:off x="8382000" y="1381125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학년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3E9C713-68CB-4774-8AC6-F0E162CFC981}"/>
              </a:ext>
            </a:extLst>
          </p:cNvPr>
          <p:cNvSpPr>
            <a:spLocks noGrp="1"/>
          </p:cNvSpPr>
          <p:nvPr/>
        </p:nvSpPr>
        <p:spPr>
          <a:xfrm>
            <a:off x="8382000" y="1638300"/>
            <a:ext cx="31432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653382E-92E4-4C0B-BDC0-28BB97F16CFB}"/>
              </a:ext>
            </a:extLst>
          </p:cNvPr>
          <p:cNvSpPr>
            <a:spLocks noGrp="1"/>
          </p:cNvSpPr>
          <p:nvPr/>
        </p:nvSpPr>
        <p:spPr>
          <a:xfrm>
            <a:off x="8477250" y="1704975"/>
            <a:ext cx="295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22222"/>
                </a:solidFill>
              </a:defRPr>
            </a:pPr>
            <a:r>
              <a:rPr sz="1200" b="0" dirty="0">
                <a:solidFill>
                  <a:srgbClr val="222222"/>
                </a:solidFill>
              </a:rPr>
              <a:t>2학년 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976AF11-1040-4660-8351-4B66DD04BF64}"/>
              </a:ext>
            </a:extLst>
          </p:cNvPr>
          <p:cNvSpPr>
            <a:spLocks noGrp="1"/>
          </p:cNvSpPr>
          <p:nvPr/>
        </p:nvSpPr>
        <p:spPr>
          <a:xfrm>
            <a:off x="666750" y="23336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기상 시간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16D3883-2864-4929-91AF-BEB8E4329235}"/>
              </a:ext>
            </a:extLst>
          </p:cNvPr>
          <p:cNvSpPr>
            <a:spLocks noGrp="1"/>
          </p:cNvSpPr>
          <p:nvPr/>
        </p:nvSpPr>
        <p:spPr>
          <a:xfrm>
            <a:off x="666750" y="2590800"/>
            <a:ext cx="49530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7A05F4C-6207-408D-9706-FD32AD3BBCA7}"/>
              </a:ext>
            </a:extLst>
          </p:cNvPr>
          <p:cNvSpPr>
            <a:spLocks noGrp="1"/>
          </p:cNvSpPr>
          <p:nvPr/>
        </p:nvSpPr>
        <p:spPr>
          <a:xfrm>
            <a:off x="762000" y="2657475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22222"/>
                </a:solidFill>
              </a:defRPr>
            </a:pPr>
            <a:r>
              <a:rPr sz="1200" b="0" dirty="0">
                <a:solidFill>
                  <a:srgbClr val="222222"/>
                </a:solidFill>
              </a:rPr>
              <a:t>07:</a:t>
            </a:r>
            <a:r>
              <a:rPr lang="en-US" sz="1200" b="0" dirty="0">
                <a:solidFill>
                  <a:srgbClr val="222222"/>
                </a:solidFill>
              </a:rPr>
              <a:t>2</a:t>
            </a:r>
            <a:r>
              <a:rPr sz="1200" b="0" dirty="0">
                <a:solidFill>
                  <a:srgbClr val="222222"/>
                </a:solidFill>
              </a:rPr>
              <a:t>0 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6DD8BF8-B601-4908-9856-A905EEEFA215}"/>
              </a:ext>
            </a:extLst>
          </p:cNvPr>
          <p:cNvSpPr>
            <a:spLocks noGrp="1"/>
          </p:cNvSpPr>
          <p:nvPr/>
        </p:nvSpPr>
        <p:spPr>
          <a:xfrm>
            <a:off x="6572250" y="23336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취침 시간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F41FB89-9AD5-4A36-946B-F691F81EC923}"/>
              </a:ext>
            </a:extLst>
          </p:cNvPr>
          <p:cNvSpPr>
            <a:spLocks noGrp="1"/>
          </p:cNvSpPr>
          <p:nvPr/>
        </p:nvSpPr>
        <p:spPr>
          <a:xfrm>
            <a:off x="6572250" y="2590800"/>
            <a:ext cx="49530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81A80DA-BBC1-4DC5-9CFC-285BE191E0E7}"/>
              </a:ext>
            </a:extLst>
          </p:cNvPr>
          <p:cNvSpPr>
            <a:spLocks noGrp="1"/>
          </p:cNvSpPr>
          <p:nvPr/>
        </p:nvSpPr>
        <p:spPr>
          <a:xfrm>
            <a:off x="6667500" y="2657475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22222"/>
                </a:solidFill>
              </a:defRPr>
            </a:pPr>
            <a:r>
              <a:rPr lang="en-US" sz="1200" dirty="0">
                <a:solidFill>
                  <a:srgbClr val="222222"/>
                </a:solidFill>
              </a:rPr>
              <a:t>01</a:t>
            </a:r>
            <a:r>
              <a:rPr sz="1200" b="0" dirty="0">
                <a:solidFill>
                  <a:srgbClr val="222222"/>
                </a:solidFill>
              </a:rPr>
              <a:t>:30 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DD144F4-C3B6-4F97-A24C-42E08067715E}"/>
              </a:ext>
            </a:extLst>
          </p:cNvPr>
          <p:cNvSpPr>
            <a:spLocks noGrp="1"/>
          </p:cNvSpPr>
          <p:nvPr/>
        </p:nvSpPr>
        <p:spPr>
          <a:xfrm>
            <a:off x="666750" y="33337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정리정돈 습관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45B9746-4F4F-4DB0-B957-CDDB0AAD9E87}"/>
              </a:ext>
            </a:extLst>
          </p:cNvPr>
          <p:cNvSpPr>
            <a:spLocks noGrp="1"/>
          </p:cNvSpPr>
          <p:nvPr/>
        </p:nvSpPr>
        <p:spPr>
          <a:xfrm>
            <a:off x="666750" y="3676650"/>
            <a:ext cx="8763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226D3A4-F895-4645-9325-E9C8D11F4B34}"/>
              </a:ext>
            </a:extLst>
          </p:cNvPr>
          <p:cNvSpPr>
            <a:spLocks noGrp="1"/>
          </p:cNvSpPr>
          <p:nvPr/>
        </p:nvSpPr>
        <p:spPr>
          <a:xfrm>
            <a:off x="666750" y="3781425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1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160A0E9-37FA-4680-A1F7-454665B26167}"/>
              </a:ext>
            </a:extLst>
          </p:cNvPr>
          <p:cNvSpPr>
            <a:spLocks noGrp="1"/>
          </p:cNvSpPr>
          <p:nvPr/>
        </p:nvSpPr>
        <p:spPr>
          <a:xfrm>
            <a:off x="1657350" y="3676650"/>
            <a:ext cx="8763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F4E9008-4C02-4AFB-A05D-B3A8E20C1014}"/>
              </a:ext>
            </a:extLst>
          </p:cNvPr>
          <p:cNvSpPr>
            <a:spLocks noGrp="1"/>
          </p:cNvSpPr>
          <p:nvPr/>
        </p:nvSpPr>
        <p:spPr>
          <a:xfrm>
            <a:off x="1657350" y="3781425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2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29472C6-B1F3-4807-B9A3-9051E018CA75}"/>
              </a:ext>
            </a:extLst>
          </p:cNvPr>
          <p:cNvSpPr>
            <a:spLocks noGrp="1"/>
          </p:cNvSpPr>
          <p:nvPr/>
        </p:nvSpPr>
        <p:spPr>
          <a:xfrm>
            <a:off x="2647950" y="3676650"/>
            <a:ext cx="8763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15CEB5F-E2F8-4A36-8CC0-6351F1A8D2EA}"/>
              </a:ext>
            </a:extLst>
          </p:cNvPr>
          <p:cNvSpPr>
            <a:spLocks noGrp="1"/>
          </p:cNvSpPr>
          <p:nvPr/>
        </p:nvSpPr>
        <p:spPr>
          <a:xfrm>
            <a:off x="2647950" y="3781425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3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A4D812A-C547-4C48-90E7-359C87A9360A}"/>
              </a:ext>
            </a:extLst>
          </p:cNvPr>
          <p:cNvSpPr>
            <a:spLocks noGrp="1"/>
          </p:cNvSpPr>
          <p:nvPr/>
        </p:nvSpPr>
        <p:spPr>
          <a:xfrm>
            <a:off x="3638550" y="3676650"/>
            <a:ext cx="876300" cy="400050"/>
          </a:xfrm>
          <a:prstGeom prst="rect">
            <a:avLst/>
          </a:prstGeom>
          <a:solidFill>
            <a:srgbClr val="D9E2F3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BEB93F9-40B4-43E1-981F-8F1F713760FB}"/>
              </a:ext>
            </a:extLst>
          </p:cNvPr>
          <p:cNvSpPr>
            <a:spLocks noGrp="1"/>
          </p:cNvSpPr>
          <p:nvPr/>
        </p:nvSpPr>
        <p:spPr>
          <a:xfrm>
            <a:off x="3638550" y="3781425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</a:rPr>
              <a:t>4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F7C22EB-4BA0-4E0A-9D39-A5E1EAECD49A}"/>
              </a:ext>
            </a:extLst>
          </p:cNvPr>
          <p:cNvSpPr>
            <a:spLocks noGrp="1"/>
          </p:cNvSpPr>
          <p:nvPr/>
        </p:nvSpPr>
        <p:spPr>
          <a:xfrm>
            <a:off x="4629150" y="3676650"/>
            <a:ext cx="8763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E16D9BD-DEE5-4CE8-95DF-5C978B19F2DF}"/>
              </a:ext>
            </a:extLst>
          </p:cNvPr>
          <p:cNvSpPr>
            <a:spLocks noGrp="1"/>
          </p:cNvSpPr>
          <p:nvPr/>
        </p:nvSpPr>
        <p:spPr>
          <a:xfrm>
            <a:off x="4629150" y="3781425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5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28EB53F-FE2C-4A1D-B3DF-FB19C3A673E2}"/>
              </a:ext>
            </a:extLst>
          </p:cNvPr>
          <p:cNvSpPr>
            <a:spLocks noGrp="1"/>
          </p:cNvSpPr>
          <p:nvPr/>
        </p:nvSpPr>
        <p:spPr>
          <a:xfrm>
            <a:off x="666750" y="4171950"/>
            <a:ext cx="485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777777"/>
                </a:solidFill>
              </a:defRPr>
            </a:pPr>
            <a:r>
              <a:rPr sz="1050" b="0" dirty="0" err="1">
                <a:solidFill>
                  <a:srgbClr val="777777"/>
                </a:solidFill>
              </a:rPr>
              <a:t>매우</a:t>
            </a:r>
            <a:r>
              <a:rPr sz="1050" b="0" dirty="0">
                <a:solidFill>
                  <a:srgbClr val="777777"/>
                </a:solidFill>
              </a:rPr>
              <a:t> </a:t>
            </a:r>
            <a:r>
              <a:rPr sz="1050" b="0" dirty="0" err="1">
                <a:solidFill>
                  <a:srgbClr val="777777"/>
                </a:solidFill>
              </a:rPr>
              <a:t>낮음</a:t>
            </a:r>
            <a:r>
              <a:rPr sz="1050" b="0" dirty="0">
                <a:solidFill>
                  <a:srgbClr val="777777"/>
                </a:solidFill>
              </a:rPr>
              <a:t>                         </a:t>
            </a:r>
            <a:r>
              <a:rPr lang="en-US" sz="1050" b="0" dirty="0">
                <a:solidFill>
                  <a:srgbClr val="777777"/>
                </a:solidFill>
              </a:rPr>
              <a:t>                              </a:t>
            </a:r>
            <a:r>
              <a:rPr sz="1050" b="0" dirty="0" err="1">
                <a:solidFill>
                  <a:srgbClr val="777777"/>
                </a:solidFill>
              </a:rPr>
              <a:t>보통</a:t>
            </a:r>
            <a:r>
              <a:rPr lang="en-US" sz="1050" b="0" dirty="0">
                <a:solidFill>
                  <a:srgbClr val="777777"/>
                </a:solidFill>
              </a:rPr>
              <a:t>                                                     </a:t>
            </a:r>
            <a:r>
              <a:rPr sz="1050" b="0" dirty="0" err="1">
                <a:solidFill>
                  <a:srgbClr val="777777"/>
                </a:solidFill>
              </a:rPr>
              <a:t>매우</a:t>
            </a:r>
            <a:r>
              <a:rPr sz="1050" b="0" dirty="0">
                <a:solidFill>
                  <a:srgbClr val="777777"/>
                </a:solidFill>
              </a:rPr>
              <a:t> </a:t>
            </a:r>
            <a:r>
              <a:rPr sz="1050" b="0" dirty="0" err="1">
                <a:solidFill>
                  <a:srgbClr val="777777"/>
                </a:solidFill>
              </a:rPr>
              <a:t>높음</a:t>
            </a:r>
            <a:endParaRPr sz="1050" b="0" dirty="0">
              <a:solidFill>
                <a:srgbClr val="777777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9CBA1FF-DE9B-4870-A868-27D97E7F5343}"/>
              </a:ext>
            </a:extLst>
          </p:cNvPr>
          <p:cNvSpPr>
            <a:spLocks noGrp="1"/>
          </p:cNvSpPr>
          <p:nvPr/>
        </p:nvSpPr>
        <p:spPr>
          <a:xfrm>
            <a:off x="6572250" y="33337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소음 민감도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9A23ACE-A6E9-4982-9E25-B8728D75C855}"/>
              </a:ext>
            </a:extLst>
          </p:cNvPr>
          <p:cNvSpPr>
            <a:spLocks noGrp="1"/>
          </p:cNvSpPr>
          <p:nvPr/>
        </p:nvSpPr>
        <p:spPr>
          <a:xfrm>
            <a:off x="6572250" y="3676650"/>
            <a:ext cx="8763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37A6264-BD82-4CE6-A671-CB561C32703B}"/>
              </a:ext>
            </a:extLst>
          </p:cNvPr>
          <p:cNvSpPr>
            <a:spLocks noGrp="1"/>
          </p:cNvSpPr>
          <p:nvPr/>
        </p:nvSpPr>
        <p:spPr>
          <a:xfrm>
            <a:off x="6572250" y="3781425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1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597F499-6153-4817-82EB-0915B2C1979F}"/>
              </a:ext>
            </a:extLst>
          </p:cNvPr>
          <p:cNvSpPr>
            <a:spLocks noGrp="1"/>
          </p:cNvSpPr>
          <p:nvPr/>
        </p:nvSpPr>
        <p:spPr>
          <a:xfrm>
            <a:off x="7562850" y="3676650"/>
            <a:ext cx="876300" cy="400050"/>
          </a:xfrm>
          <a:prstGeom prst="rect">
            <a:avLst/>
          </a:prstGeom>
          <a:solidFill>
            <a:srgbClr val="D9E2F3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9C4452F-96D8-4672-8484-DCA5558714ED}"/>
              </a:ext>
            </a:extLst>
          </p:cNvPr>
          <p:cNvSpPr>
            <a:spLocks noGrp="1"/>
          </p:cNvSpPr>
          <p:nvPr/>
        </p:nvSpPr>
        <p:spPr>
          <a:xfrm>
            <a:off x="7562850" y="3781425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</a:rPr>
              <a:t>2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4BD8736-940C-47EB-B28B-976E5581A2D7}"/>
              </a:ext>
            </a:extLst>
          </p:cNvPr>
          <p:cNvSpPr>
            <a:spLocks noGrp="1"/>
          </p:cNvSpPr>
          <p:nvPr/>
        </p:nvSpPr>
        <p:spPr>
          <a:xfrm>
            <a:off x="8553450" y="3676650"/>
            <a:ext cx="8763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A02658E-2BC3-406E-B3C8-789F72A7DDC5}"/>
              </a:ext>
            </a:extLst>
          </p:cNvPr>
          <p:cNvSpPr>
            <a:spLocks noGrp="1"/>
          </p:cNvSpPr>
          <p:nvPr/>
        </p:nvSpPr>
        <p:spPr>
          <a:xfrm>
            <a:off x="8553450" y="3781425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3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E44D935-72DD-4443-8391-73757F26E068}"/>
              </a:ext>
            </a:extLst>
          </p:cNvPr>
          <p:cNvSpPr>
            <a:spLocks noGrp="1"/>
          </p:cNvSpPr>
          <p:nvPr/>
        </p:nvSpPr>
        <p:spPr>
          <a:xfrm>
            <a:off x="9544050" y="3676650"/>
            <a:ext cx="8763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E0932AA-8E53-4A55-8BE7-59EA53C3D2FF}"/>
              </a:ext>
            </a:extLst>
          </p:cNvPr>
          <p:cNvSpPr>
            <a:spLocks noGrp="1"/>
          </p:cNvSpPr>
          <p:nvPr/>
        </p:nvSpPr>
        <p:spPr>
          <a:xfrm>
            <a:off x="9544050" y="3781425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4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A8CA744-4D1E-4D27-8D7F-C7EEDB2407AA}"/>
              </a:ext>
            </a:extLst>
          </p:cNvPr>
          <p:cNvSpPr>
            <a:spLocks noGrp="1"/>
          </p:cNvSpPr>
          <p:nvPr/>
        </p:nvSpPr>
        <p:spPr>
          <a:xfrm>
            <a:off x="10534650" y="3676650"/>
            <a:ext cx="8763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C15B48E6-EF70-41D9-8C4F-8C44C7AE3BBE}"/>
              </a:ext>
            </a:extLst>
          </p:cNvPr>
          <p:cNvSpPr>
            <a:spLocks noGrp="1"/>
          </p:cNvSpPr>
          <p:nvPr/>
        </p:nvSpPr>
        <p:spPr>
          <a:xfrm>
            <a:off x="10534650" y="3781425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5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29E582B4-AB97-4C62-8D8F-5690BA08EE82}"/>
              </a:ext>
            </a:extLst>
          </p:cNvPr>
          <p:cNvSpPr>
            <a:spLocks noGrp="1"/>
          </p:cNvSpPr>
          <p:nvPr/>
        </p:nvSpPr>
        <p:spPr>
          <a:xfrm>
            <a:off x="6572250" y="4171950"/>
            <a:ext cx="485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777777"/>
                </a:solidFill>
              </a:defRPr>
            </a:pPr>
            <a:r>
              <a:rPr sz="1050" b="0" dirty="0" err="1">
                <a:solidFill>
                  <a:srgbClr val="777777"/>
                </a:solidFill>
              </a:rPr>
              <a:t>둔감</a:t>
            </a:r>
            <a:r>
              <a:rPr sz="1050" b="0" dirty="0">
                <a:solidFill>
                  <a:srgbClr val="777777"/>
                </a:solidFill>
              </a:rPr>
              <a:t>                              </a:t>
            </a:r>
            <a:r>
              <a:rPr lang="en-US" sz="1050" b="0" dirty="0">
                <a:solidFill>
                  <a:srgbClr val="777777"/>
                </a:solidFill>
              </a:rPr>
              <a:t>                                   </a:t>
            </a:r>
            <a:r>
              <a:rPr sz="1050" b="0" dirty="0" err="1">
                <a:solidFill>
                  <a:srgbClr val="777777"/>
                </a:solidFill>
              </a:rPr>
              <a:t>보통</a:t>
            </a:r>
            <a:r>
              <a:rPr sz="1050" b="0" dirty="0">
                <a:solidFill>
                  <a:srgbClr val="777777"/>
                </a:solidFill>
              </a:rPr>
              <a:t>                              </a:t>
            </a:r>
            <a:r>
              <a:rPr lang="en-US" sz="1050" b="0" dirty="0">
                <a:solidFill>
                  <a:srgbClr val="777777"/>
                </a:solidFill>
              </a:rPr>
              <a:t>                                 </a:t>
            </a:r>
            <a:r>
              <a:rPr lang="ko-KR" altLang="en-US" sz="1050" b="0" dirty="0">
                <a:solidFill>
                  <a:srgbClr val="777777"/>
                </a:solidFill>
              </a:rPr>
              <a:t>민감</a:t>
            </a:r>
            <a:endParaRPr sz="1050" b="0" dirty="0">
              <a:solidFill>
                <a:srgbClr val="777777"/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967E8C1-98DC-40E6-B51D-C35F8E9E20A4}"/>
              </a:ext>
            </a:extLst>
          </p:cNvPr>
          <p:cNvSpPr>
            <a:spLocks noGrp="1"/>
          </p:cNvSpPr>
          <p:nvPr/>
        </p:nvSpPr>
        <p:spPr>
          <a:xfrm>
            <a:off x="666750" y="4667250"/>
            <a:ext cx="171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선호 온도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4FB0EC1A-7C28-4B3F-9945-7ECD24481776}"/>
              </a:ext>
            </a:extLst>
          </p:cNvPr>
          <p:cNvSpPr>
            <a:spLocks noGrp="1"/>
          </p:cNvSpPr>
          <p:nvPr/>
        </p:nvSpPr>
        <p:spPr>
          <a:xfrm>
            <a:off x="666750" y="5010150"/>
            <a:ext cx="10858500" cy="28575"/>
          </a:xfrm>
          <a:prstGeom prst="rect">
            <a:avLst/>
          </a:prstGeom>
          <a:solidFill>
            <a:srgbClr val="777777"/>
          </a:solidFill>
          <a:ln w="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8A55F49B-D862-46CF-820E-016B5B5EE69C}"/>
              </a:ext>
            </a:extLst>
          </p:cNvPr>
          <p:cNvSpPr>
            <a:spLocks noGrp="1"/>
          </p:cNvSpPr>
          <p:nvPr/>
        </p:nvSpPr>
        <p:spPr>
          <a:xfrm>
            <a:off x="666750" y="4943475"/>
            <a:ext cx="38100" cy="161925"/>
          </a:xfrm>
          <a:prstGeom prst="rect">
            <a:avLst/>
          </a:prstGeom>
          <a:solidFill>
            <a:srgbClr val="777777"/>
          </a:solidFill>
          <a:ln w="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10D32EBF-7020-4572-8E2F-0CD659D5B837}"/>
              </a:ext>
            </a:extLst>
          </p:cNvPr>
          <p:cNvSpPr>
            <a:spLocks noGrp="1"/>
          </p:cNvSpPr>
          <p:nvPr/>
        </p:nvSpPr>
        <p:spPr>
          <a:xfrm>
            <a:off x="3381375" y="4943475"/>
            <a:ext cx="38100" cy="161925"/>
          </a:xfrm>
          <a:prstGeom prst="rect">
            <a:avLst/>
          </a:prstGeom>
          <a:solidFill>
            <a:srgbClr val="777777"/>
          </a:solidFill>
          <a:ln w="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E8CBBA22-C2E0-49FA-89AC-1FB9F2930FFC}"/>
              </a:ext>
            </a:extLst>
          </p:cNvPr>
          <p:cNvSpPr>
            <a:spLocks noGrp="1"/>
          </p:cNvSpPr>
          <p:nvPr/>
        </p:nvSpPr>
        <p:spPr>
          <a:xfrm>
            <a:off x="6096000" y="4943475"/>
            <a:ext cx="38100" cy="161925"/>
          </a:xfrm>
          <a:prstGeom prst="rect">
            <a:avLst/>
          </a:prstGeom>
          <a:solidFill>
            <a:srgbClr val="777777"/>
          </a:solidFill>
          <a:ln w="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EE45A453-B2FE-48F1-ACE1-7AEBDFF8158C}"/>
              </a:ext>
            </a:extLst>
          </p:cNvPr>
          <p:cNvSpPr>
            <a:spLocks noGrp="1"/>
          </p:cNvSpPr>
          <p:nvPr/>
        </p:nvSpPr>
        <p:spPr>
          <a:xfrm>
            <a:off x="8810625" y="4943475"/>
            <a:ext cx="38100" cy="161925"/>
          </a:xfrm>
          <a:prstGeom prst="rect">
            <a:avLst/>
          </a:prstGeom>
          <a:solidFill>
            <a:srgbClr val="777777"/>
          </a:solidFill>
          <a:ln w="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5AA168A4-9038-4BE6-835A-11A810CD86F7}"/>
              </a:ext>
            </a:extLst>
          </p:cNvPr>
          <p:cNvSpPr>
            <a:spLocks noGrp="1"/>
          </p:cNvSpPr>
          <p:nvPr/>
        </p:nvSpPr>
        <p:spPr>
          <a:xfrm>
            <a:off x="11525250" y="4943475"/>
            <a:ext cx="38100" cy="161925"/>
          </a:xfrm>
          <a:prstGeom prst="rect">
            <a:avLst/>
          </a:prstGeom>
          <a:solidFill>
            <a:srgbClr val="777777"/>
          </a:solidFill>
          <a:ln w="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A3C824E-38EF-4062-8E70-6CB0668ED626}"/>
              </a:ext>
            </a:extLst>
          </p:cNvPr>
          <p:cNvSpPr>
            <a:spLocks noGrp="1"/>
          </p:cNvSpPr>
          <p:nvPr/>
        </p:nvSpPr>
        <p:spPr>
          <a:xfrm>
            <a:off x="495300" y="51816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18℃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767F8703-E142-46B8-81F8-BF572728D45F}"/>
              </a:ext>
            </a:extLst>
          </p:cNvPr>
          <p:cNvSpPr>
            <a:spLocks noGrp="1"/>
          </p:cNvSpPr>
          <p:nvPr/>
        </p:nvSpPr>
        <p:spPr>
          <a:xfrm>
            <a:off x="3209925" y="51816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20℃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85055276-B639-4778-847E-AD2C56EA688D}"/>
              </a:ext>
            </a:extLst>
          </p:cNvPr>
          <p:cNvSpPr>
            <a:spLocks noGrp="1"/>
          </p:cNvSpPr>
          <p:nvPr/>
        </p:nvSpPr>
        <p:spPr>
          <a:xfrm>
            <a:off x="5924550" y="51816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22℃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4AB330F9-D71B-41A1-9372-DC60084B731A}"/>
              </a:ext>
            </a:extLst>
          </p:cNvPr>
          <p:cNvSpPr>
            <a:spLocks noGrp="1"/>
          </p:cNvSpPr>
          <p:nvPr/>
        </p:nvSpPr>
        <p:spPr>
          <a:xfrm>
            <a:off x="8639175" y="51816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24℃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3849C1B8-51E6-469E-AD48-1C8087CE469A}"/>
              </a:ext>
            </a:extLst>
          </p:cNvPr>
          <p:cNvSpPr>
            <a:spLocks noGrp="1"/>
          </p:cNvSpPr>
          <p:nvPr/>
        </p:nvSpPr>
        <p:spPr>
          <a:xfrm>
            <a:off x="11353800" y="51816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26℃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51D84ADC-D258-4480-B241-12FB44C90423}"/>
              </a:ext>
            </a:extLst>
          </p:cNvPr>
          <p:cNvSpPr>
            <a:spLocks noGrp="1"/>
          </p:cNvSpPr>
          <p:nvPr/>
        </p:nvSpPr>
        <p:spPr>
          <a:xfrm>
            <a:off x="6153150" y="4895850"/>
            <a:ext cx="171450" cy="171450"/>
          </a:xfrm>
          <a:prstGeom prst="rect">
            <a:avLst/>
          </a:prstGeom>
          <a:solidFill>
            <a:srgbClr val="FFFFFF"/>
          </a:solidFill>
          <a:ln w="2857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D729CCA9-73B1-4E56-98B0-DEFC4E512CFB}"/>
              </a:ext>
            </a:extLst>
          </p:cNvPr>
          <p:cNvSpPr>
            <a:spLocks noGrp="1"/>
          </p:cNvSpPr>
          <p:nvPr/>
        </p:nvSpPr>
        <p:spPr>
          <a:xfrm>
            <a:off x="4667250" y="5857875"/>
            <a:ext cx="2857500" cy="523875"/>
          </a:xfrm>
          <a:prstGeom prst="rect">
            <a:avLst/>
          </a:prstGeom>
          <a:solidFill>
            <a:srgbClr val="4472C4"/>
          </a:solidFill>
          <a:ln w="14288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5EDDAC27-F910-499B-8EF2-B10BD33D109B}"/>
              </a:ext>
            </a:extLst>
          </p:cNvPr>
          <p:cNvSpPr>
            <a:spLocks noGrp="1"/>
          </p:cNvSpPr>
          <p:nvPr/>
        </p:nvSpPr>
        <p:spPr>
          <a:xfrm>
            <a:off x="4667250" y="5943600"/>
            <a:ext cx="285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제출</a:t>
            </a:r>
          </a:p>
        </p:txBody>
      </p:sp>
    </p:spTree>
    <p:extLst>
      <p:ext uri="{BB962C8B-B14F-4D97-AF65-F5344CB8AC3E}">
        <p14:creationId xmlns:p14="http://schemas.microsoft.com/office/powerpoint/2010/main" val="663920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60BBF-9ABF-7880-EB26-0BB6EBAC7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1FD2F75-9818-D2BB-4E47-63937AB5C71B}"/>
              </a:ext>
            </a:extLst>
          </p:cNvPr>
          <p:cNvSpPr>
            <a:spLocks noGrp="1"/>
          </p:cNvSpPr>
          <p:nvPr/>
        </p:nvSpPr>
        <p:spPr>
          <a:xfrm>
            <a:off x="419100" y="533400"/>
            <a:ext cx="857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222222"/>
                </a:solidFill>
              </a:defRPr>
            </a:pPr>
            <a:r>
              <a:rPr sz="2700" b="1">
                <a:solidFill>
                  <a:srgbClr val="222222"/>
                </a:solidFill>
              </a:rPr>
              <a:t>호실 배정 결과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C3BCF19-E099-B83A-E15C-D2021FCD5A36}"/>
              </a:ext>
            </a:extLst>
          </p:cNvPr>
          <p:cNvSpPr>
            <a:spLocks noGrp="1"/>
          </p:cNvSpPr>
          <p:nvPr/>
        </p:nvSpPr>
        <p:spPr>
          <a:xfrm>
            <a:off x="419100" y="1066800"/>
            <a:ext cx="11353800" cy="19050"/>
          </a:xfrm>
          <a:prstGeom prst="rect">
            <a:avLst/>
          </a:prstGeom>
          <a:solidFill>
            <a:srgbClr val="222222"/>
          </a:solidFill>
          <a:ln w="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8E5E6D8-277B-BAA3-B053-A5E5FBBF8DC5}"/>
              </a:ext>
            </a:extLst>
          </p:cNvPr>
          <p:cNvSpPr>
            <a:spLocks noGrp="1"/>
          </p:cNvSpPr>
          <p:nvPr/>
        </p:nvSpPr>
        <p:spPr>
          <a:xfrm>
            <a:off x="666750" y="1381125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내 호실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D9073F6-4923-0C5D-8263-64505A93F8F5}"/>
              </a:ext>
            </a:extLst>
          </p:cNvPr>
          <p:cNvSpPr>
            <a:spLocks noGrp="1"/>
          </p:cNvSpPr>
          <p:nvPr/>
        </p:nvSpPr>
        <p:spPr>
          <a:xfrm>
            <a:off x="666750" y="1733550"/>
            <a:ext cx="10858500" cy="714375"/>
          </a:xfrm>
          <a:prstGeom prst="rect">
            <a:avLst/>
          </a:prstGeom>
          <a:solidFill>
            <a:srgbClr val="F2F2F2"/>
          </a:solidFill>
          <a:ln w="14288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4094A74-4C13-B512-3BE2-1B8A03EA3529}"/>
              </a:ext>
            </a:extLst>
          </p:cNvPr>
          <p:cNvSpPr>
            <a:spLocks noGrp="1"/>
          </p:cNvSpPr>
          <p:nvPr/>
        </p:nvSpPr>
        <p:spPr>
          <a:xfrm>
            <a:off x="666750" y="1857375"/>
            <a:ext cx="1085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222222"/>
                </a:solidFill>
              </a:defRPr>
            </a:pPr>
            <a:r>
              <a:rPr sz="2550" b="1">
                <a:solidFill>
                  <a:srgbClr val="222222"/>
                </a:solidFill>
              </a:rPr>
              <a:t>302호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1647323-4102-D430-C7E6-E53D9B803607}"/>
              </a:ext>
            </a:extLst>
          </p:cNvPr>
          <p:cNvSpPr>
            <a:spLocks noGrp="1"/>
          </p:cNvSpPr>
          <p:nvPr/>
        </p:nvSpPr>
        <p:spPr>
          <a:xfrm>
            <a:off x="666750" y="2781300"/>
            <a:ext cx="428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룸메이트 및 생활 습관 요약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57C6D8E-E5F3-0196-00DB-8DF8D84F6DB0}"/>
              </a:ext>
            </a:extLst>
          </p:cNvPr>
          <p:cNvSpPr>
            <a:spLocks noGrp="1"/>
          </p:cNvSpPr>
          <p:nvPr/>
        </p:nvSpPr>
        <p:spPr>
          <a:xfrm>
            <a:off x="666750" y="3162300"/>
            <a:ext cx="5286375" cy="1952625"/>
          </a:xfrm>
          <a:prstGeom prst="rect">
            <a:avLst/>
          </a:prstGeom>
          <a:solidFill>
            <a:srgbClr val="FFFFFF"/>
          </a:solidFill>
          <a:ln w="14288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16DCD83-C498-B3F2-FD65-15FF7A03B342}"/>
              </a:ext>
            </a:extLst>
          </p:cNvPr>
          <p:cNvSpPr>
            <a:spLocks noGrp="1"/>
          </p:cNvSpPr>
          <p:nvPr/>
        </p:nvSpPr>
        <p:spPr>
          <a:xfrm>
            <a:off x="666750" y="3162300"/>
            <a:ext cx="5286375" cy="419100"/>
          </a:xfrm>
          <a:prstGeom prst="rect">
            <a:avLst/>
          </a:prstGeom>
          <a:solidFill>
            <a:srgbClr val="F2F2F2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7085ADD-11CA-E40A-9F92-D837C614BB4B}"/>
              </a:ext>
            </a:extLst>
          </p:cNvPr>
          <p:cNvSpPr>
            <a:spLocks noGrp="1"/>
          </p:cNvSpPr>
          <p:nvPr/>
        </p:nvSpPr>
        <p:spPr>
          <a:xfrm>
            <a:off x="819150" y="3257550"/>
            <a:ext cx="49815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김량후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A2ECFFD-C9A9-A711-612C-3639E164B45E}"/>
              </a:ext>
            </a:extLst>
          </p:cNvPr>
          <p:cNvSpPr>
            <a:spLocks noGrp="1"/>
          </p:cNvSpPr>
          <p:nvPr/>
        </p:nvSpPr>
        <p:spPr>
          <a:xfrm>
            <a:off x="933450" y="37338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기상 시간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C95C921-AA40-01DA-C70A-38EA54EE46B8}"/>
              </a:ext>
            </a:extLst>
          </p:cNvPr>
          <p:cNvSpPr>
            <a:spLocks noGrp="1"/>
          </p:cNvSpPr>
          <p:nvPr/>
        </p:nvSpPr>
        <p:spPr>
          <a:xfrm>
            <a:off x="3714750" y="3733800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222222"/>
                </a:solidFill>
              </a:defRPr>
            </a:pPr>
            <a:r>
              <a:rPr sz="1200" b="1" dirty="0">
                <a:solidFill>
                  <a:srgbClr val="222222"/>
                </a:solidFill>
              </a:rPr>
              <a:t>07:</a:t>
            </a:r>
            <a:r>
              <a:rPr lang="en-US" sz="1200" b="1" dirty="0">
                <a:solidFill>
                  <a:srgbClr val="222222"/>
                </a:solidFill>
              </a:rPr>
              <a:t>2</a:t>
            </a:r>
            <a:r>
              <a:rPr sz="1200" b="1" dirty="0">
                <a:solidFill>
                  <a:srgbClr val="222222"/>
                </a:solidFill>
              </a:rPr>
              <a:t>0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C57DC2F-2A1D-82AF-99D5-9DB79AF26CCE}"/>
              </a:ext>
            </a:extLst>
          </p:cNvPr>
          <p:cNvSpPr>
            <a:spLocks noGrp="1"/>
          </p:cNvSpPr>
          <p:nvPr/>
        </p:nvSpPr>
        <p:spPr>
          <a:xfrm>
            <a:off x="933450" y="40576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취침 시간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60EE432-25BA-932A-EEB5-70AB181DA43D}"/>
              </a:ext>
            </a:extLst>
          </p:cNvPr>
          <p:cNvSpPr>
            <a:spLocks noGrp="1"/>
          </p:cNvSpPr>
          <p:nvPr/>
        </p:nvSpPr>
        <p:spPr>
          <a:xfrm>
            <a:off x="3714750" y="4057650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222222"/>
                </a:solidFill>
              </a:defRPr>
            </a:pPr>
            <a:r>
              <a:rPr lang="en-US" sz="1200" b="1" dirty="0">
                <a:solidFill>
                  <a:srgbClr val="222222"/>
                </a:solidFill>
              </a:rPr>
              <a:t>01</a:t>
            </a:r>
            <a:r>
              <a:rPr sz="1200" b="1" dirty="0">
                <a:solidFill>
                  <a:srgbClr val="222222"/>
                </a:solidFill>
              </a:rPr>
              <a:t>:30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2CF21DC-BFA2-1154-7C64-835597AFB67D}"/>
              </a:ext>
            </a:extLst>
          </p:cNvPr>
          <p:cNvSpPr>
            <a:spLocks noGrp="1"/>
          </p:cNvSpPr>
          <p:nvPr/>
        </p:nvSpPr>
        <p:spPr>
          <a:xfrm>
            <a:off x="933450" y="43815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정리정돈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BA5EDB2-B99B-A380-FB91-7D72499BA697}"/>
              </a:ext>
            </a:extLst>
          </p:cNvPr>
          <p:cNvSpPr>
            <a:spLocks noGrp="1"/>
          </p:cNvSpPr>
          <p:nvPr/>
        </p:nvSpPr>
        <p:spPr>
          <a:xfrm>
            <a:off x="3714750" y="4381500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4 / 5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DE689D1-0A69-06AB-66F3-CF680359C872}"/>
              </a:ext>
            </a:extLst>
          </p:cNvPr>
          <p:cNvSpPr>
            <a:spLocks noGrp="1"/>
          </p:cNvSpPr>
          <p:nvPr/>
        </p:nvSpPr>
        <p:spPr>
          <a:xfrm>
            <a:off x="933450" y="47053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소음 민감도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69E011E-BA25-96A8-5E38-075026066D13}"/>
              </a:ext>
            </a:extLst>
          </p:cNvPr>
          <p:cNvSpPr>
            <a:spLocks noGrp="1"/>
          </p:cNvSpPr>
          <p:nvPr/>
        </p:nvSpPr>
        <p:spPr>
          <a:xfrm>
            <a:off x="3714750" y="4705350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2 / 5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CA7D396-5477-E065-C632-A7EA72716A34}"/>
              </a:ext>
            </a:extLst>
          </p:cNvPr>
          <p:cNvSpPr>
            <a:spLocks noGrp="1"/>
          </p:cNvSpPr>
          <p:nvPr/>
        </p:nvSpPr>
        <p:spPr>
          <a:xfrm>
            <a:off x="6238875" y="3162300"/>
            <a:ext cx="5286375" cy="1952625"/>
          </a:xfrm>
          <a:prstGeom prst="rect">
            <a:avLst/>
          </a:prstGeom>
          <a:solidFill>
            <a:srgbClr val="FFFFFF"/>
          </a:solidFill>
          <a:ln w="14288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069CF86-F6E8-E761-B60B-61FCFF809ADB}"/>
              </a:ext>
            </a:extLst>
          </p:cNvPr>
          <p:cNvSpPr>
            <a:spLocks noGrp="1"/>
          </p:cNvSpPr>
          <p:nvPr/>
        </p:nvSpPr>
        <p:spPr>
          <a:xfrm>
            <a:off x="6238875" y="3162300"/>
            <a:ext cx="5286375" cy="419100"/>
          </a:xfrm>
          <a:prstGeom prst="rect">
            <a:avLst/>
          </a:prstGeom>
          <a:solidFill>
            <a:srgbClr val="F2F2F2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15D768D-DCFA-64F5-8879-208EB4BF7E90}"/>
              </a:ext>
            </a:extLst>
          </p:cNvPr>
          <p:cNvSpPr>
            <a:spLocks noGrp="1"/>
          </p:cNvSpPr>
          <p:nvPr/>
        </p:nvSpPr>
        <p:spPr>
          <a:xfrm>
            <a:off x="6391275" y="3257550"/>
            <a:ext cx="49815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222222"/>
                </a:solidFill>
              </a:defRPr>
            </a:pPr>
            <a:r>
              <a:rPr lang="ko-KR" altLang="en-US" sz="1500" b="1" dirty="0" err="1">
                <a:solidFill>
                  <a:srgbClr val="222222"/>
                </a:solidFill>
              </a:rPr>
              <a:t>김중칠</a:t>
            </a:r>
            <a:endParaRPr sz="1500" b="1" dirty="0">
              <a:solidFill>
                <a:srgbClr val="222222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F947F7F-DCF0-0E99-7046-2023AB3AAD96}"/>
              </a:ext>
            </a:extLst>
          </p:cNvPr>
          <p:cNvSpPr>
            <a:spLocks noGrp="1"/>
          </p:cNvSpPr>
          <p:nvPr/>
        </p:nvSpPr>
        <p:spPr>
          <a:xfrm>
            <a:off x="6505575" y="37338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기상 시간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4B6CCFB-1496-1BFC-A3DC-6C4F24D7C142}"/>
              </a:ext>
            </a:extLst>
          </p:cNvPr>
          <p:cNvSpPr>
            <a:spLocks noGrp="1"/>
          </p:cNvSpPr>
          <p:nvPr/>
        </p:nvSpPr>
        <p:spPr>
          <a:xfrm>
            <a:off x="9286875" y="3733800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222222"/>
                </a:solidFill>
              </a:defRPr>
            </a:pPr>
            <a:r>
              <a:rPr sz="1200" b="1" dirty="0">
                <a:solidFill>
                  <a:srgbClr val="222222"/>
                </a:solidFill>
              </a:rPr>
              <a:t>0</a:t>
            </a:r>
            <a:r>
              <a:rPr lang="en-US" sz="1200" b="1" dirty="0">
                <a:solidFill>
                  <a:srgbClr val="222222"/>
                </a:solidFill>
              </a:rPr>
              <a:t>7</a:t>
            </a:r>
            <a:r>
              <a:rPr sz="1200" b="1" dirty="0">
                <a:solidFill>
                  <a:srgbClr val="222222"/>
                </a:solidFill>
              </a:rPr>
              <a:t>:</a:t>
            </a:r>
            <a:r>
              <a:rPr lang="en-US" sz="1200" b="1" dirty="0">
                <a:solidFill>
                  <a:srgbClr val="222222"/>
                </a:solidFill>
              </a:rPr>
              <a:t>3</a:t>
            </a:r>
            <a:r>
              <a:rPr sz="1200" b="1" dirty="0">
                <a:solidFill>
                  <a:srgbClr val="222222"/>
                </a:solidFill>
              </a:rPr>
              <a:t>0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BE22723-E7AF-75D2-30BC-CF552B0E9299}"/>
              </a:ext>
            </a:extLst>
          </p:cNvPr>
          <p:cNvSpPr>
            <a:spLocks noGrp="1"/>
          </p:cNvSpPr>
          <p:nvPr/>
        </p:nvSpPr>
        <p:spPr>
          <a:xfrm>
            <a:off x="6505575" y="40576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취침 시간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2907086-CDE5-0FBB-C153-9EA949421792}"/>
              </a:ext>
            </a:extLst>
          </p:cNvPr>
          <p:cNvSpPr>
            <a:spLocks noGrp="1"/>
          </p:cNvSpPr>
          <p:nvPr/>
        </p:nvSpPr>
        <p:spPr>
          <a:xfrm>
            <a:off x="9286875" y="4057650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222222"/>
                </a:solidFill>
              </a:defRPr>
            </a:pPr>
            <a:r>
              <a:rPr lang="en-US" sz="1200" b="1" dirty="0">
                <a:solidFill>
                  <a:srgbClr val="222222"/>
                </a:solidFill>
              </a:rPr>
              <a:t>01</a:t>
            </a:r>
            <a:r>
              <a:rPr sz="1200" b="1" dirty="0">
                <a:solidFill>
                  <a:srgbClr val="222222"/>
                </a:solidFill>
              </a:rPr>
              <a:t>:40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3915EDE-7438-FB64-60A2-B1674856BA96}"/>
              </a:ext>
            </a:extLst>
          </p:cNvPr>
          <p:cNvSpPr>
            <a:spLocks noGrp="1"/>
          </p:cNvSpPr>
          <p:nvPr/>
        </p:nvSpPr>
        <p:spPr>
          <a:xfrm>
            <a:off x="6505575" y="43815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정리정돈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EB3E563-EDF2-38A6-AC8B-89B562FC0024}"/>
              </a:ext>
            </a:extLst>
          </p:cNvPr>
          <p:cNvSpPr>
            <a:spLocks noGrp="1"/>
          </p:cNvSpPr>
          <p:nvPr/>
        </p:nvSpPr>
        <p:spPr>
          <a:xfrm>
            <a:off x="9286875" y="4381500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222222"/>
                </a:solidFill>
              </a:defRPr>
            </a:pPr>
            <a:r>
              <a:rPr lang="en-US" sz="1200" b="1" dirty="0">
                <a:solidFill>
                  <a:srgbClr val="222222"/>
                </a:solidFill>
              </a:rPr>
              <a:t>3</a:t>
            </a:r>
            <a:r>
              <a:rPr sz="1200" b="1" dirty="0">
                <a:solidFill>
                  <a:srgbClr val="222222"/>
                </a:solidFill>
              </a:rPr>
              <a:t> / 5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8592860-00B4-ECF6-C453-625D1190DD23}"/>
              </a:ext>
            </a:extLst>
          </p:cNvPr>
          <p:cNvSpPr>
            <a:spLocks noGrp="1"/>
          </p:cNvSpPr>
          <p:nvPr/>
        </p:nvSpPr>
        <p:spPr>
          <a:xfrm>
            <a:off x="6505575" y="47053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소음 민감도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1844BE6-D4EA-CF6E-7EAC-62E7F9AEC4B3}"/>
              </a:ext>
            </a:extLst>
          </p:cNvPr>
          <p:cNvSpPr>
            <a:spLocks noGrp="1"/>
          </p:cNvSpPr>
          <p:nvPr/>
        </p:nvSpPr>
        <p:spPr>
          <a:xfrm>
            <a:off x="9286875" y="4705350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222222"/>
                </a:solidFill>
              </a:defRPr>
            </a:pPr>
            <a:r>
              <a:rPr lang="en-US" sz="1200" b="1" dirty="0">
                <a:solidFill>
                  <a:srgbClr val="222222"/>
                </a:solidFill>
              </a:rPr>
              <a:t>5</a:t>
            </a:r>
            <a:r>
              <a:rPr sz="1200" b="1" dirty="0">
                <a:solidFill>
                  <a:srgbClr val="222222"/>
                </a:solidFill>
              </a:rPr>
              <a:t> / 5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5733AD3-FF5E-FA2E-2955-B1F3A206365D}"/>
              </a:ext>
            </a:extLst>
          </p:cNvPr>
          <p:cNvSpPr>
            <a:spLocks noGrp="1"/>
          </p:cNvSpPr>
          <p:nvPr/>
        </p:nvSpPr>
        <p:spPr>
          <a:xfrm>
            <a:off x="3785932" y="5429250"/>
            <a:ext cx="4719638" cy="904875"/>
          </a:xfrm>
          <a:prstGeom prst="rect">
            <a:avLst/>
          </a:prstGeom>
          <a:solidFill>
            <a:srgbClr val="D9E2F3"/>
          </a:solidFill>
          <a:ln w="14288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CFF1086-4737-7C0B-F16D-22F514537C4F}"/>
              </a:ext>
            </a:extLst>
          </p:cNvPr>
          <p:cNvSpPr>
            <a:spLocks noGrp="1"/>
          </p:cNvSpPr>
          <p:nvPr/>
        </p:nvSpPr>
        <p:spPr>
          <a:xfrm>
            <a:off x="4106745" y="5738813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222222"/>
                </a:solidFill>
              </a:defRPr>
            </a:pPr>
            <a:r>
              <a:rPr sz="1575" b="1" dirty="0" err="1">
                <a:solidFill>
                  <a:srgbClr val="222222"/>
                </a:solidFill>
              </a:rPr>
              <a:t>유사도</a:t>
            </a:r>
            <a:r>
              <a:rPr sz="1575" b="1" dirty="0">
                <a:solidFill>
                  <a:srgbClr val="222222"/>
                </a:solidFill>
              </a:rPr>
              <a:t> </a:t>
            </a:r>
            <a:r>
              <a:rPr sz="1575" b="1" dirty="0" err="1">
                <a:solidFill>
                  <a:srgbClr val="222222"/>
                </a:solidFill>
              </a:rPr>
              <a:t>점수</a:t>
            </a:r>
            <a:endParaRPr sz="1575" b="1" dirty="0">
              <a:solidFill>
                <a:srgbClr val="222222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802B8FE-82E2-7EFE-8D33-F9FF5CD4A804}"/>
              </a:ext>
            </a:extLst>
          </p:cNvPr>
          <p:cNvSpPr>
            <a:spLocks noGrp="1"/>
          </p:cNvSpPr>
          <p:nvPr/>
        </p:nvSpPr>
        <p:spPr>
          <a:xfrm>
            <a:off x="5551604" y="5676900"/>
            <a:ext cx="3260491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00" b="1">
                <a:solidFill>
                  <a:srgbClr val="4472C4"/>
                </a:solidFill>
              </a:defRPr>
            </a:pPr>
            <a:r>
              <a:rPr lang="en-US" sz="2400" b="1" dirty="0">
                <a:solidFill>
                  <a:srgbClr val="00B050"/>
                </a:solidFill>
              </a:rPr>
              <a:t>72</a:t>
            </a:r>
            <a:r>
              <a:rPr sz="2400" b="1" dirty="0">
                <a:solidFill>
                  <a:srgbClr val="00B050"/>
                </a:solidFill>
              </a:rPr>
              <a:t>점</a:t>
            </a:r>
            <a:r>
              <a:rPr lang="en-US" sz="2400" b="1" dirty="0">
                <a:solidFill>
                  <a:srgbClr val="00B050"/>
                </a:solidFill>
              </a:rPr>
              <a:t>(</a:t>
            </a:r>
            <a:r>
              <a:rPr lang="ko-KR" altLang="en-US" sz="2400" b="1" dirty="0">
                <a:solidFill>
                  <a:srgbClr val="00B050"/>
                </a:solidFill>
              </a:rPr>
              <a:t>양호 😗</a:t>
            </a:r>
            <a:r>
              <a:rPr lang="en-US" altLang="ko-KR" sz="2400" b="1" dirty="0">
                <a:solidFill>
                  <a:srgbClr val="00B050"/>
                </a:solidFill>
              </a:rPr>
              <a:t>)</a:t>
            </a:r>
            <a:endParaRPr sz="24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0484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C37731D-D9AF-417B-97C5-496DDCC94A98}"/>
              </a:ext>
            </a:extLst>
          </p:cNvPr>
          <p:cNvSpPr>
            <a:spLocks noGrp="1"/>
          </p:cNvSpPr>
          <p:nvPr/>
        </p:nvSpPr>
        <p:spPr>
          <a:xfrm>
            <a:off x="419100" y="533400"/>
            <a:ext cx="857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222222"/>
                </a:solidFill>
              </a:defRPr>
            </a:pPr>
            <a:r>
              <a:rPr sz="2700" b="1">
                <a:solidFill>
                  <a:srgbClr val="222222"/>
                </a:solidFill>
              </a:rPr>
              <a:t>관리자(사감) 배정 현황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BB99209-3FCE-4541-BA4E-6ECC3680D947}"/>
              </a:ext>
            </a:extLst>
          </p:cNvPr>
          <p:cNvSpPr>
            <a:spLocks noGrp="1"/>
          </p:cNvSpPr>
          <p:nvPr/>
        </p:nvSpPr>
        <p:spPr>
          <a:xfrm>
            <a:off x="419100" y="1066800"/>
            <a:ext cx="11353800" cy="19050"/>
          </a:xfrm>
          <a:prstGeom prst="rect">
            <a:avLst/>
          </a:prstGeom>
          <a:solidFill>
            <a:srgbClr val="222222"/>
          </a:solidFill>
          <a:ln w="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2FEC984-9C75-4575-AD92-5F6376D701F3}"/>
              </a:ext>
            </a:extLst>
          </p:cNvPr>
          <p:cNvSpPr>
            <a:spLocks noGrp="1"/>
          </p:cNvSpPr>
          <p:nvPr/>
        </p:nvSpPr>
        <p:spPr>
          <a:xfrm>
            <a:off x="666750" y="1352550"/>
            <a:ext cx="3333750" cy="685800"/>
          </a:xfrm>
          <a:prstGeom prst="rect">
            <a:avLst/>
          </a:prstGeom>
          <a:solidFill>
            <a:srgbClr val="F2F2F2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039D8AE-F7F3-4309-9493-0452463BAD46}"/>
              </a:ext>
            </a:extLst>
          </p:cNvPr>
          <p:cNvSpPr>
            <a:spLocks noGrp="1"/>
          </p:cNvSpPr>
          <p:nvPr/>
        </p:nvSpPr>
        <p:spPr>
          <a:xfrm>
            <a:off x="838200" y="14668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전체 학생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6111412-BAE0-41FA-B634-E1839E139D8A}"/>
              </a:ext>
            </a:extLst>
          </p:cNvPr>
          <p:cNvSpPr>
            <a:spLocks noGrp="1"/>
          </p:cNvSpPr>
          <p:nvPr/>
        </p:nvSpPr>
        <p:spPr>
          <a:xfrm>
            <a:off x="2476500" y="1495425"/>
            <a:ext cx="1285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800" b="1">
                <a:solidFill>
                  <a:srgbClr val="222222"/>
                </a:solidFill>
              </a:defRPr>
            </a:pPr>
            <a:r>
              <a:rPr sz="1800" b="1" dirty="0">
                <a:solidFill>
                  <a:srgbClr val="222222"/>
                </a:solidFill>
              </a:rPr>
              <a:t>240명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ECBC804-1952-4D8E-9164-7529BD69B6C8}"/>
              </a:ext>
            </a:extLst>
          </p:cNvPr>
          <p:cNvSpPr>
            <a:spLocks noGrp="1"/>
          </p:cNvSpPr>
          <p:nvPr/>
        </p:nvSpPr>
        <p:spPr>
          <a:xfrm>
            <a:off x="4381500" y="1352550"/>
            <a:ext cx="3333750" cy="685800"/>
          </a:xfrm>
          <a:prstGeom prst="rect">
            <a:avLst/>
          </a:prstGeom>
          <a:solidFill>
            <a:srgbClr val="F2F2F2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3BF25B8-2A13-41D1-8D6D-9E8DD4751546}"/>
              </a:ext>
            </a:extLst>
          </p:cNvPr>
          <p:cNvSpPr>
            <a:spLocks noGrp="1"/>
          </p:cNvSpPr>
          <p:nvPr/>
        </p:nvSpPr>
        <p:spPr>
          <a:xfrm>
            <a:off x="4552950" y="14668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배정 완료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FB577C9-C383-4FF1-A0D7-C4D17801A8C8}"/>
              </a:ext>
            </a:extLst>
          </p:cNvPr>
          <p:cNvSpPr>
            <a:spLocks noGrp="1"/>
          </p:cNvSpPr>
          <p:nvPr/>
        </p:nvSpPr>
        <p:spPr>
          <a:xfrm>
            <a:off x="6191250" y="1495425"/>
            <a:ext cx="1285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800" b="1">
                <a:solidFill>
                  <a:srgbClr val="222222"/>
                </a:solidFill>
              </a:defRPr>
            </a:pPr>
            <a:r>
              <a:rPr sz="1800" b="1">
                <a:solidFill>
                  <a:srgbClr val="222222"/>
                </a:solidFill>
              </a:rPr>
              <a:t>228명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8700E27-65AE-42C9-8F80-4D64F6069C30}"/>
              </a:ext>
            </a:extLst>
          </p:cNvPr>
          <p:cNvSpPr>
            <a:spLocks noGrp="1"/>
          </p:cNvSpPr>
          <p:nvPr/>
        </p:nvSpPr>
        <p:spPr>
          <a:xfrm>
            <a:off x="8096250" y="1352550"/>
            <a:ext cx="3333750" cy="685800"/>
          </a:xfrm>
          <a:prstGeom prst="rect">
            <a:avLst/>
          </a:prstGeom>
          <a:solidFill>
            <a:srgbClr val="F2F2F2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7F13E15-755D-4E5C-ABA1-7A36916ED261}"/>
              </a:ext>
            </a:extLst>
          </p:cNvPr>
          <p:cNvSpPr>
            <a:spLocks noGrp="1"/>
          </p:cNvSpPr>
          <p:nvPr/>
        </p:nvSpPr>
        <p:spPr>
          <a:xfrm>
            <a:off x="8267700" y="14668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미배정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E707590-99FF-4C74-8DB6-2BCAEB5A482A}"/>
              </a:ext>
            </a:extLst>
          </p:cNvPr>
          <p:cNvSpPr>
            <a:spLocks noGrp="1"/>
          </p:cNvSpPr>
          <p:nvPr/>
        </p:nvSpPr>
        <p:spPr>
          <a:xfrm>
            <a:off x="9906000" y="1495425"/>
            <a:ext cx="1285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800" b="1">
                <a:solidFill>
                  <a:srgbClr val="222222"/>
                </a:solidFill>
              </a:defRPr>
            </a:pPr>
            <a:r>
              <a:rPr sz="1800" b="1">
                <a:solidFill>
                  <a:srgbClr val="222222"/>
                </a:solidFill>
              </a:rPr>
              <a:t>12명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80CD080-56F3-4438-9E12-FF79BD7FF97F}"/>
              </a:ext>
            </a:extLst>
          </p:cNvPr>
          <p:cNvSpPr>
            <a:spLocks noGrp="1"/>
          </p:cNvSpPr>
          <p:nvPr/>
        </p:nvSpPr>
        <p:spPr>
          <a:xfrm>
            <a:off x="666750" y="22669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학년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D9E0427-7DD1-435D-ACCB-8CADFD96F117}"/>
              </a:ext>
            </a:extLst>
          </p:cNvPr>
          <p:cNvSpPr>
            <a:spLocks noGrp="1"/>
          </p:cNvSpPr>
          <p:nvPr/>
        </p:nvSpPr>
        <p:spPr>
          <a:xfrm>
            <a:off x="666750" y="2524125"/>
            <a:ext cx="20002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D9E5F7C-E6AF-47A2-A24B-D42FFBAEDB4A}"/>
              </a:ext>
            </a:extLst>
          </p:cNvPr>
          <p:cNvSpPr>
            <a:spLocks noGrp="1"/>
          </p:cNvSpPr>
          <p:nvPr/>
        </p:nvSpPr>
        <p:spPr>
          <a:xfrm>
            <a:off x="762000" y="259080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22222"/>
                </a:solidFill>
              </a:defRPr>
            </a:pPr>
            <a:r>
              <a:rPr sz="1200" b="0" dirty="0" err="1">
                <a:solidFill>
                  <a:srgbClr val="222222"/>
                </a:solidFill>
              </a:rPr>
              <a:t>전체</a:t>
            </a:r>
            <a:r>
              <a:rPr sz="1200" b="0" dirty="0">
                <a:solidFill>
                  <a:srgbClr val="222222"/>
                </a:solidFill>
              </a:rPr>
              <a:t> 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B3E74FD-09F8-4615-9D80-317AAEE963B4}"/>
              </a:ext>
            </a:extLst>
          </p:cNvPr>
          <p:cNvSpPr>
            <a:spLocks noGrp="1"/>
          </p:cNvSpPr>
          <p:nvPr/>
        </p:nvSpPr>
        <p:spPr>
          <a:xfrm>
            <a:off x="3000375" y="22669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성별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C5089A0-723E-4B08-AAC7-4EF50EB1FECA}"/>
              </a:ext>
            </a:extLst>
          </p:cNvPr>
          <p:cNvSpPr>
            <a:spLocks noGrp="1"/>
          </p:cNvSpPr>
          <p:nvPr/>
        </p:nvSpPr>
        <p:spPr>
          <a:xfrm>
            <a:off x="3000375" y="2524125"/>
            <a:ext cx="20002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18AF2FB-87BD-41DD-B5FA-0D58EF00DD29}"/>
              </a:ext>
            </a:extLst>
          </p:cNvPr>
          <p:cNvSpPr>
            <a:spLocks noGrp="1"/>
          </p:cNvSpPr>
          <p:nvPr/>
        </p:nvSpPr>
        <p:spPr>
          <a:xfrm>
            <a:off x="3095625" y="259080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22222"/>
                </a:solidFill>
              </a:defRPr>
            </a:pPr>
            <a:r>
              <a:rPr sz="1200" b="0" dirty="0" err="1">
                <a:solidFill>
                  <a:srgbClr val="222222"/>
                </a:solidFill>
              </a:rPr>
              <a:t>전체</a:t>
            </a:r>
            <a:r>
              <a:rPr sz="1200" b="0" dirty="0">
                <a:solidFill>
                  <a:srgbClr val="222222"/>
                </a:solidFill>
              </a:rPr>
              <a:t> 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096E9A2-3E3A-4716-9FD4-A3E12F5B169E}"/>
              </a:ext>
            </a:extLst>
          </p:cNvPr>
          <p:cNvSpPr>
            <a:spLocks noGrp="1"/>
          </p:cNvSpPr>
          <p:nvPr/>
        </p:nvSpPr>
        <p:spPr>
          <a:xfrm>
            <a:off x="5334000" y="22669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배정 상태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DB22092-6F76-48C1-BD04-9F9CD357DC7B}"/>
              </a:ext>
            </a:extLst>
          </p:cNvPr>
          <p:cNvSpPr>
            <a:spLocks noGrp="1"/>
          </p:cNvSpPr>
          <p:nvPr/>
        </p:nvSpPr>
        <p:spPr>
          <a:xfrm>
            <a:off x="5334000" y="2524125"/>
            <a:ext cx="20002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4A682B4-2633-4D5E-8380-A5CCF1B2C94B}"/>
              </a:ext>
            </a:extLst>
          </p:cNvPr>
          <p:cNvSpPr>
            <a:spLocks noGrp="1"/>
          </p:cNvSpPr>
          <p:nvPr/>
        </p:nvSpPr>
        <p:spPr>
          <a:xfrm>
            <a:off x="5429250" y="259080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22222"/>
                </a:solidFill>
              </a:defRPr>
            </a:pPr>
            <a:r>
              <a:rPr sz="1200" b="0" dirty="0" err="1">
                <a:solidFill>
                  <a:srgbClr val="222222"/>
                </a:solidFill>
              </a:rPr>
              <a:t>전체</a:t>
            </a:r>
            <a:r>
              <a:rPr sz="1200" b="0" dirty="0">
                <a:solidFill>
                  <a:srgbClr val="222222"/>
                </a:solidFill>
              </a:rPr>
              <a:t> 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764C158-640A-4590-98B5-D0EE5B397133}"/>
              </a:ext>
            </a:extLst>
          </p:cNvPr>
          <p:cNvSpPr>
            <a:spLocks noGrp="1"/>
          </p:cNvSpPr>
          <p:nvPr/>
        </p:nvSpPr>
        <p:spPr>
          <a:xfrm>
            <a:off x="7667625" y="22669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학생 검색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68EC701-5C66-40BB-B346-7D3FCBE97B1D}"/>
              </a:ext>
            </a:extLst>
          </p:cNvPr>
          <p:cNvSpPr>
            <a:spLocks noGrp="1"/>
          </p:cNvSpPr>
          <p:nvPr/>
        </p:nvSpPr>
        <p:spPr>
          <a:xfrm>
            <a:off x="7667625" y="2524125"/>
            <a:ext cx="24765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52DF0AC-5949-47B3-B298-EF9769ED73C6}"/>
              </a:ext>
            </a:extLst>
          </p:cNvPr>
          <p:cNvSpPr>
            <a:spLocks noGrp="1"/>
          </p:cNvSpPr>
          <p:nvPr/>
        </p:nvSpPr>
        <p:spPr>
          <a:xfrm>
            <a:off x="7762875" y="259080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학번 또는 이름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57F0F76-1EF1-47FD-9306-22F0838B1E60}"/>
              </a:ext>
            </a:extLst>
          </p:cNvPr>
          <p:cNvSpPr>
            <a:spLocks noGrp="1"/>
          </p:cNvSpPr>
          <p:nvPr/>
        </p:nvSpPr>
        <p:spPr>
          <a:xfrm>
            <a:off x="10382250" y="2524125"/>
            <a:ext cx="1143000" cy="361950"/>
          </a:xfrm>
          <a:prstGeom prst="rect">
            <a:avLst/>
          </a:prstGeom>
          <a:solidFill>
            <a:srgbClr val="4472C4"/>
          </a:solidFill>
          <a:ln w="14288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D1A8464-362A-4717-9AC2-BFB94323D991}"/>
              </a:ext>
            </a:extLst>
          </p:cNvPr>
          <p:cNvSpPr>
            <a:spLocks noGrp="1"/>
          </p:cNvSpPr>
          <p:nvPr/>
        </p:nvSpPr>
        <p:spPr>
          <a:xfrm>
            <a:off x="10382250" y="2579549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 dirty="0" err="1">
                <a:solidFill>
                  <a:srgbClr val="FFFFFF"/>
                </a:solidFill>
              </a:rPr>
              <a:t>검색</a:t>
            </a:r>
            <a:endParaRPr sz="1350" b="1" dirty="0">
              <a:solidFill>
                <a:srgbClr val="FFFFFF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5F95097-1D06-45BC-9420-1DB0A354CC32}"/>
              </a:ext>
            </a:extLst>
          </p:cNvPr>
          <p:cNvSpPr>
            <a:spLocks noGrp="1"/>
          </p:cNvSpPr>
          <p:nvPr/>
        </p:nvSpPr>
        <p:spPr>
          <a:xfrm>
            <a:off x="1095375" y="3476625"/>
            <a:ext cx="904875" cy="381000"/>
          </a:xfrm>
          <a:prstGeom prst="rect">
            <a:avLst/>
          </a:prstGeom>
          <a:solidFill>
            <a:srgbClr val="F2F2F2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5E5232A-F223-4562-9A7B-4A29EED7B88B}"/>
              </a:ext>
            </a:extLst>
          </p:cNvPr>
          <p:cNvSpPr>
            <a:spLocks noGrp="1"/>
          </p:cNvSpPr>
          <p:nvPr/>
        </p:nvSpPr>
        <p:spPr>
          <a:xfrm>
            <a:off x="1095375" y="3571875"/>
            <a:ext cx="904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 dirty="0" err="1">
                <a:solidFill>
                  <a:srgbClr val="222222"/>
                </a:solidFill>
              </a:rPr>
              <a:t>호실</a:t>
            </a:r>
            <a:endParaRPr sz="1125" b="1" dirty="0">
              <a:solidFill>
                <a:srgbClr val="222222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C027E8E-28F7-4E5E-83B3-C462D070A65B}"/>
              </a:ext>
            </a:extLst>
          </p:cNvPr>
          <p:cNvSpPr>
            <a:spLocks noGrp="1"/>
          </p:cNvSpPr>
          <p:nvPr/>
        </p:nvSpPr>
        <p:spPr>
          <a:xfrm>
            <a:off x="2000250" y="3476625"/>
            <a:ext cx="857250" cy="381000"/>
          </a:xfrm>
          <a:prstGeom prst="rect">
            <a:avLst/>
          </a:prstGeom>
          <a:solidFill>
            <a:srgbClr val="F2F2F2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FE848DB-06B1-4FA7-9225-811C922B13FD}"/>
              </a:ext>
            </a:extLst>
          </p:cNvPr>
          <p:cNvSpPr>
            <a:spLocks noGrp="1"/>
          </p:cNvSpPr>
          <p:nvPr/>
        </p:nvSpPr>
        <p:spPr>
          <a:xfrm>
            <a:off x="2000250" y="3571875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학년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D87EAD0-5A09-4C09-88C3-B4521600DA48}"/>
              </a:ext>
            </a:extLst>
          </p:cNvPr>
          <p:cNvSpPr>
            <a:spLocks noGrp="1"/>
          </p:cNvSpPr>
          <p:nvPr/>
        </p:nvSpPr>
        <p:spPr>
          <a:xfrm>
            <a:off x="2857500" y="3476625"/>
            <a:ext cx="762000" cy="381000"/>
          </a:xfrm>
          <a:prstGeom prst="rect">
            <a:avLst/>
          </a:prstGeom>
          <a:solidFill>
            <a:srgbClr val="F2F2F2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10210BA-A20C-4C0D-9E35-EC2AFE2C3394}"/>
              </a:ext>
            </a:extLst>
          </p:cNvPr>
          <p:cNvSpPr>
            <a:spLocks noGrp="1"/>
          </p:cNvSpPr>
          <p:nvPr/>
        </p:nvSpPr>
        <p:spPr>
          <a:xfrm>
            <a:off x="2857500" y="3571875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성별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AD3CF38-503D-4BE8-A345-2157D6D2BB2D}"/>
              </a:ext>
            </a:extLst>
          </p:cNvPr>
          <p:cNvSpPr>
            <a:spLocks noGrp="1"/>
          </p:cNvSpPr>
          <p:nvPr/>
        </p:nvSpPr>
        <p:spPr>
          <a:xfrm>
            <a:off x="3619500" y="3476625"/>
            <a:ext cx="2476500" cy="381000"/>
          </a:xfrm>
          <a:prstGeom prst="rect">
            <a:avLst/>
          </a:prstGeom>
          <a:solidFill>
            <a:srgbClr val="F2F2F2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DDDD068-6E49-4FDC-B32A-8925B77FC4BC}"/>
              </a:ext>
            </a:extLst>
          </p:cNvPr>
          <p:cNvSpPr>
            <a:spLocks noGrp="1"/>
          </p:cNvSpPr>
          <p:nvPr/>
        </p:nvSpPr>
        <p:spPr>
          <a:xfrm>
            <a:off x="3619500" y="3571875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학생 1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D7D828E-F2F4-48AF-AC6C-BAA561FE37DC}"/>
              </a:ext>
            </a:extLst>
          </p:cNvPr>
          <p:cNvSpPr>
            <a:spLocks noGrp="1"/>
          </p:cNvSpPr>
          <p:nvPr/>
        </p:nvSpPr>
        <p:spPr>
          <a:xfrm>
            <a:off x="6096000" y="3476625"/>
            <a:ext cx="2476500" cy="381000"/>
          </a:xfrm>
          <a:prstGeom prst="rect">
            <a:avLst/>
          </a:prstGeom>
          <a:solidFill>
            <a:srgbClr val="F2F2F2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AED8F8C-B1F7-4D11-948C-455DBB44C2FB}"/>
              </a:ext>
            </a:extLst>
          </p:cNvPr>
          <p:cNvSpPr>
            <a:spLocks noGrp="1"/>
          </p:cNvSpPr>
          <p:nvPr/>
        </p:nvSpPr>
        <p:spPr>
          <a:xfrm>
            <a:off x="6096000" y="3571875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학생 2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305BC72-705D-45D8-9245-E79D86D92F32}"/>
              </a:ext>
            </a:extLst>
          </p:cNvPr>
          <p:cNvSpPr>
            <a:spLocks noGrp="1"/>
          </p:cNvSpPr>
          <p:nvPr/>
        </p:nvSpPr>
        <p:spPr>
          <a:xfrm>
            <a:off x="8572500" y="3476625"/>
            <a:ext cx="1047750" cy="381000"/>
          </a:xfrm>
          <a:prstGeom prst="rect">
            <a:avLst/>
          </a:prstGeom>
          <a:solidFill>
            <a:srgbClr val="F2F2F2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CF3196A-2FF8-4058-A2C5-259846246BD5}"/>
              </a:ext>
            </a:extLst>
          </p:cNvPr>
          <p:cNvSpPr>
            <a:spLocks noGrp="1"/>
          </p:cNvSpPr>
          <p:nvPr/>
        </p:nvSpPr>
        <p:spPr>
          <a:xfrm>
            <a:off x="8572500" y="3571875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유사도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C25D6C8-1654-463E-ADFF-A8D405A5B87B}"/>
              </a:ext>
            </a:extLst>
          </p:cNvPr>
          <p:cNvSpPr>
            <a:spLocks noGrp="1"/>
          </p:cNvSpPr>
          <p:nvPr/>
        </p:nvSpPr>
        <p:spPr>
          <a:xfrm>
            <a:off x="9620250" y="3476625"/>
            <a:ext cx="1143000" cy="381000"/>
          </a:xfrm>
          <a:prstGeom prst="rect">
            <a:avLst/>
          </a:prstGeom>
          <a:solidFill>
            <a:srgbClr val="F2F2F2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9FD80490-2E42-4FBB-98DC-1CFC9437EA27}"/>
              </a:ext>
            </a:extLst>
          </p:cNvPr>
          <p:cNvSpPr>
            <a:spLocks noGrp="1"/>
          </p:cNvSpPr>
          <p:nvPr/>
        </p:nvSpPr>
        <p:spPr>
          <a:xfrm>
            <a:off x="9620250" y="35718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상태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6FD76545-A578-4FB7-AB69-2E98DCD56C12}"/>
              </a:ext>
            </a:extLst>
          </p:cNvPr>
          <p:cNvSpPr>
            <a:spLocks noGrp="1"/>
          </p:cNvSpPr>
          <p:nvPr/>
        </p:nvSpPr>
        <p:spPr>
          <a:xfrm>
            <a:off x="10763250" y="3476625"/>
            <a:ext cx="1190625" cy="381000"/>
          </a:xfrm>
          <a:prstGeom prst="rect">
            <a:avLst/>
          </a:prstGeom>
          <a:solidFill>
            <a:srgbClr val="F2F2F2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0330CCD-D9BB-42C7-A299-0AD0AE6D2144}"/>
              </a:ext>
            </a:extLst>
          </p:cNvPr>
          <p:cNvSpPr>
            <a:spLocks noGrp="1"/>
          </p:cNvSpPr>
          <p:nvPr/>
        </p:nvSpPr>
        <p:spPr>
          <a:xfrm>
            <a:off x="10763250" y="3571875"/>
            <a:ext cx="1190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수동 조정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4564B11-92C4-44E6-8325-A52F36A402AD}"/>
              </a:ext>
            </a:extLst>
          </p:cNvPr>
          <p:cNvSpPr>
            <a:spLocks noGrp="1"/>
          </p:cNvSpPr>
          <p:nvPr/>
        </p:nvSpPr>
        <p:spPr>
          <a:xfrm>
            <a:off x="1095375" y="3857625"/>
            <a:ext cx="90487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586CA4BF-FDCF-4BFD-90D9-979164118FA2}"/>
              </a:ext>
            </a:extLst>
          </p:cNvPr>
          <p:cNvSpPr>
            <a:spLocks noGrp="1"/>
          </p:cNvSpPr>
          <p:nvPr/>
        </p:nvSpPr>
        <p:spPr>
          <a:xfrm>
            <a:off x="1133475" y="3990975"/>
            <a:ext cx="8286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222222"/>
                </a:solidFill>
              </a:defRPr>
            </a:pPr>
            <a:r>
              <a:rPr lang="en-US" sz="1050" dirty="0">
                <a:solidFill>
                  <a:srgbClr val="222222"/>
                </a:solidFill>
              </a:rPr>
              <a:t>4</a:t>
            </a:r>
            <a:r>
              <a:rPr sz="1050" b="0" dirty="0">
                <a:solidFill>
                  <a:srgbClr val="222222"/>
                </a:solidFill>
              </a:rPr>
              <a:t>01호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51FA46E-F726-4908-BAB7-A2CB09581C4A}"/>
              </a:ext>
            </a:extLst>
          </p:cNvPr>
          <p:cNvSpPr>
            <a:spLocks noGrp="1"/>
          </p:cNvSpPr>
          <p:nvPr/>
        </p:nvSpPr>
        <p:spPr>
          <a:xfrm>
            <a:off x="2000250" y="3857625"/>
            <a:ext cx="8572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90C5F9E1-D96B-429C-87E9-E84936843538}"/>
              </a:ext>
            </a:extLst>
          </p:cNvPr>
          <p:cNvSpPr>
            <a:spLocks noGrp="1"/>
          </p:cNvSpPr>
          <p:nvPr/>
        </p:nvSpPr>
        <p:spPr>
          <a:xfrm>
            <a:off x="2038350" y="3990975"/>
            <a:ext cx="781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18734F6E-D5C2-4503-AA30-215AA5A164A9}"/>
              </a:ext>
            </a:extLst>
          </p:cNvPr>
          <p:cNvSpPr>
            <a:spLocks noGrp="1"/>
          </p:cNvSpPr>
          <p:nvPr/>
        </p:nvSpPr>
        <p:spPr>
          <a:xfrm>
            <a:off x="2857500" y="3857625"/>
            <a:ext cx="762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1B018EE2-7E2B-49EB-A2D6-23BCCE8FFBDE}"/>
              </a:ext>
            </a:extLst>
          </p:cNvPr>
          <p:cNvSpPr>
            <a:spLocks noGrp="1"/>
          </p:cNvSpPr>
          <p:nvPr/>
        </p:nvSpPr>
        <p:spPr>
          <a:xfrm>
            <a:off x="2895600" y="3990975"/>
            <a:ext cx="685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남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0DBC6784-FEF6-4D36-863D-626EDA968B3D}"/>
              </a:ext>
            </a:extLst>
          </p:cNvPr>
          <p:cNvSpPr>
            <a:spLocks noGrp="1"/>
          </p:cNvSpPr>
          <p:nvPr/>
        </p:nvSpPr>
        <p:spPr>
          <a:xfrm>
            <a:off x="3619500" y="3857625"/>
            <a:ext cx="2476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ED993168-49E0-4B1A-AE66-6B7EA17BDC30}"/>
              </a:ext>
            </a:extLst>
          </p:cNvPr>
          <p:cNvSpPr>
            <a:spLocks noGrp="1"/>
          </p:cNvSpPr>
          <p:nvPr/>
        </p:nvSpPr>
        <p:spPr>
          <a:xfrm>
            <a:off x="3657600" y="3990975"/>
            <a:ext cx="2400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홍길동 (2024001)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8F01D5B7-B811-4D35-946C-48997F3AE3C1}"/>
              </a:ext>
            </a:extLst>
          </p:cNvPr>
          <p:cNvSpPr>
            <a:spLocks noGrp="1"/>
          </p:cNvSpPr>
          <p:nvPr/>
        </p:nvSpPr>
        <p:spPr>
          <a:xfrm>
            <a:off x="6096000" y="3857625"/>
            <a:ext cx="2476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393E6613-D02A-421F-A772-930D13816625}"/>
              </a:ext>
            </a:extLst>
          </p:cNvPr>
          <p:cNvSpPr>
            <a:spLocks noGrp="1"/>
          </p:cNvSpPr>
          <p:nvPr/>
        </p:nvSpPr>
        <p:spPr>
          <a:xfrm>
            <a:off x="6134100" y="3990975"/>
            <a:ext cx="2400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김민수 (2024007)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587686DB-D5F8-42F5-87D5-E9C4794A0E4A}"/>
              </a:ext>
            </a:extLst>
          </p:cNvPr>
          <p:cNvSpPr>
            <a:spLocks noGrp="1"/>
          </p:cNvSpPr>
          <p:nvPr/>
        </p:nvSpPr>
        <p:spPr>
          <a:xfrm>
            <a:off x="8572500" y="3857625"/>
            <a:ext cx="10477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B6B0A8F4-B754-4581-B35C-6E9C49DA485B}"/>
              </a:ext>
            </a:extLst>
          </p:cNvPr>
          <p:cNvSpPr>
            <a:spLocks noGrp="1"/>
          </p:cNvSpPr>
          <p:nvPr/>
        </p:nvSpPr>
        <p:spPr>
          <a:xfrm>
            <a:off x="8610600" y="3990975"/>
            <a:ext cx="971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88%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37541540-B1BE-4209-8F65-1DFB5661E58E}"/>
              </a:ext>
            </a:extLst>
          </p:cNvPr>
          <p:cNvSpPr>
            <a:spLocks noGrp="1"/>
          </p:cNvSpPr>
          <p:nvPr/>
        </p:nvSpPr>
        <p:spPr>
          <a:xfrm>
            <a:off x="9620250" y="3857625"/>
            <a:ext cx="1143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0DBDC77F-60E2-4277-AD06-0DD7730D0112}"/>
              </a:ext>
            </a:extLst>
          </p:cNvPr>
          <p:cNvSpPr>
            <a:spLocks noGrp="1"/>
          </p:cNvSpPr>
          <p:nvPr/>
        </p:nvSpPr>
        <p:spPr>
          <a:xfrm>
            <a:off x="9658350" y="3990975"/>
            <a:ext cx="106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배정 완료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5905CDEF-81BF-46AC-B02F-00C3AAF4BD2F}"/>
              </a:ext>
            </a:extLst>
          </p:cNvPr>
          <p:cNvSpPr>
            <a:spLocks noGrp="1"/>
          </p:cNvSpPr>
          <p:nvPr/>
        </p:nvSpPr>
        <p:spPr>
          <a:xfrm>
            <a:off x="10763250" y="3857625"/>
            <a:ext cx="119062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8EC5BABF-D765-45AF-B26B-515544BF4F39}"/>
              </a:ext>
            </a:extLst>
          </p:cNvPr>
          <p:cNvSpPr>
            <a:spLocks noGrp="1"/>
          </p:cNvSpPr>
          <p:nvPr/>
        </p:nvSpPr>
        <p:spPr>
          <a:xfrm>
            <a:off x="10858500" y="3943350"/>
            <a:ext cx="1000125" cy="285750"/>
          </a:xfrm>
          <a:prstGeom prst="rect">
            <a:avLst/>
          </a:prstGeom>
          <a:solidFill>
            <a:srgbClr val="F2F2F2"/>
          </a:solidFill>
          <a:ln w="14288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A97B5664-FAF4-4AF8-AA3C-BCB642602DE0}"/>
              </a:ext>
            </a:extLst>
          </p:cNvPr>
          <p:cNvSpPr>
            <a:spLocks noGrp="1"/>
          </p:cNvSpPr>
          <p:nvPr/>
        </p:nvSpPr>
        <p:spPr>
          <a:xfrm>
            <a:off x="10858500" y="3955431"/>
            <a:ext cx="1000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222222"/>
                </a:solidFill>
              </a:defRPr>
            </a:pPr>
            <a:r>
              <a:rPr sz="1350" b="1" dirty="0" err="1">
                <a:solidFill>
                  <a:srgbClr val="222222"/>
                </a:solidFill>
              </a:rPr>
              <a:t>호실</a:t>
            </a:r>
            <a:r>
              <a:rPr sz="1350" b="1" dirty="0">
                <a:solidFill>
                  <a:srgbClr val="222222"/>
                </a:solidFill>
              </a:rPr>
              <a:t> </a:t>
            </a:r>
            <a:r>
              <a:rPr sz="1350" b="1" dirty="0" err="1">
                <a:solidFill>
                  <a:srgbClr val="222222"/>
                </a:solidFill>
              </a:rPr>
              <a:t>이동</a:t>
            </a:r>
            <a:endParaRPr sz="1350" b="1" dirty="0">
              <a:solidFill>
                <a:srgbClr val="222222"/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2E84FDE8-027E-43CE-9CB1-FF88E575961B}"/>
              </a:ext>
            </a:extLst>
          </p:cNvPr>
          <p:cNvSpPr>
            <a:spLocks noGrp="1"/>
          </p:cNvSpPr>
          <p:nvPr/>
        </p:nvSpPr>
        <p:spPr>
          <a:xfrm>
            <a:off x="1095375" y="4314825"/>
            <a:ext cx="904875" cy="457200"/>
          </a:xfrm>
          <a:prstGeom prst="rect">
            <a:avLst/>
          </a:prstGeom>
          <a:solidFill>
            <a:srgbClr val="D9E2F3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384BEC1E-147A-4C96-A31F-C87E824D2ED8}"/>
              </a:ext>
            </a:extLst>
          </p:cNvPr>
          <p:cNvSpPr>
            <a:spLocks noGrp="1"/>
          </p:cNvSpPr>
          <p:nvPr/>
        </p:nvSpPr>
        <p:spPr>
          <a:xfrm>
            <a:off x="1133475" y="4448175"/>
            <a:ext cx="8286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202호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8EFD8B45-5586-4641-AA6D-378F3A93D96C}"/>
              </a:ext>
            </a:extLst>
          </p:cNvPr>
          <p:cNvSpPr>
            <a:spLocks noGrp="1"/>
          </p:cNvSpPr>
          <p:nvPr/>
        </p:nvSpPr>
        <p:spPr>
          <a:xfrm>
            <a:off x="2000250" y="4314825"/>
            <a:ext cx="857250" cy="457200"/>
          </a:xfrm>
          <a:prstGeom prst="rect">
            <a:avLst/>
          </a:prstGeom>
          <a:solidFill>
            <a:srgbClr val="D9E2F3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26C0EF89-B1B2-46AD-85E4-7D9CC908B6DE}"/>
              </a:ext>
            </a:extLst>
          </p:cNvPr>
          <p:cNvSpPr>
            <a:spLocks noGrp="1"/>
          </p:cNvSpPr>
          <p:nvPr/>
        </p:nvSpPr>
        <p:spPr>
          <a:xfrm>
            <a:off x="2038350" y="4448175"/>
            <a:ext cx="781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CE0AE04F-2B18-40E1-810F-DD38AE5FA345}"/>
              </a:ext>
            </a:extLst>
          </p:cNvPr>
          <p:cNvSpPr>
            <a:spLocks noGrp="1"/>
          </p:cNvSpPr>
          <p:nvPr/>
        </p:nvSpPr>
        <p:spPr>
          <a:xfrm>
            <a:off x="2857500" y="4314825"/>
            <a:ext cx="762000" cy="457200"/>
          </a:xfrm>
          <a:prstGeom prst="rect">
            <a:avLst/>
          </a:prstGeom>
          <a:solidFill>
            <a:srgbClr val="D9E2F3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7CDC55F6-4C3F-45EA-A8C8-41F5402CF148}"/>
              </a:ext>
            </a:extLst>
          </p:cNvPr>
          <p:cNvSpPr>
            <a:spLocks noGrp="1"/>
          </p:cNvSpPr>
          <p:nvPr/>
        </p:nvSpPr>
        <p:spPr>
          <a:xfrm>
            <a:off x="2895600" y="4448175"/>
            <a:ext cx="685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남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AEEABC52-D768-49B5-9F24-A174F8CFD53B}"/>
              </a:ext>
            </a:extLst>
          </p:cNvPr>
          <p:cNvSpPr>
            <a:spLocks noGrp="1"/>
          </p:cNvSpPr>
          <p:nvPr/>
        </p:nvSpPr>
        <p:spPr>
          <a:xfrm>
            <a:off x="3619500" y="4314825"/>
            <a:ext cx="2476500" cy="457200"/>
          </a:xfrm>
          <a:prstGeom prst="rect">
            <a:avLst/>
          </a:prstGeom>
          <a:solidFill>
            <a:srgbClr val="D9E2F3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113D16C8-25EF-4282-A4CC-4C35A588B62E}"/>
              </a:ext>
            </a:extLst>
          </p:cNvPr>
          <p:cNvSpPr>
            <a:spLocks noGrp="1"/>
          </p:cNvSpPr>
          <p:nvPr/>
        </p:nvSpPr>
        <p:spPr>
          <a:xfrm>
            <a:off x="3657600" y="4448175"/>
            <a:ext cx="2400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이준호 (2024002)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EA67A092-5A13-4A38-A90F-1964B88961DF}"/>
              </a:ext>
            </a:extLst>
          </p:cNvPr>
          <p:cNvSpPr>
            <a:spLocks noGrp="1"/>
          </p:cNvSpPr>
          <p:nvPr/>
        </p:nvSpPr>
        <p:spPr>
          <a:xfrm>
            <a:off x="6096000" y="4314825"/>
            <a:ext cx="2476500" cy="457200"/>
          </a:xfrm>
          <a:prstGeom prst="rect">
            <a:avLst/>
          </a:prstGeom>
          <a:solidFill>
            <a:srgbClr val="D9E2F3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BB09F300-BF37-4F3E-BB0D-73F96677806E}"/>
              </a:ext>
            </a:extLst>
          </p:cNvPr>
          <p:cNvSpPr>
            <a:spLocks noGrp="1"/>
          </p:cNvSpPr>
          <p:nvPr/>
        </p:nvSpPr>
        <p:spPr>
          <a:xfrm>
            <a:off x="6134100" y="4448175"/>
            <a:ext cx="2400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222222"/>
                </a:solidFill>
              </a:defRPr>
            </a:pPr>
            <a:r>
              <a:rPr lang="ko-KR" altLang="en-US" sz="1050" dirty="0">
                <a:solidFill>
                  <a:srgbClr val="222222"/>
                </a:solidFill>
              </a:rPr>
              <a:t>황</a:t>
            </a:r>
            <a:r>
              <a:rPr sz="1050" b="0" dirty="0" err="1">
                <a:solidFill>
                  <a:srgbClr val="222222"/>
                </a:solidFill>
              </a:rPr>
              <a:t>지훈</a:t>
            </a:r>
            <a:r>
              <a:rPr sz="1050" b="0" dirty="0">
                <a:solidFill>
                  <a:srgbClr val="222222"/>
                </a:solidFill>
              </a:rPr>
              <a:t> (2024009)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24792A3C-48ED-4D58-AA69-508B4F7D5ADF}"/>
              </a:ext>
            </a:extLst>
          </p:cNvPr>
          <p:cNvSpPr>
            <a:spLocks noGrp="1"/>
          </p:cNvSpPr>
          <p:nvPr/>
        </p:nvSpPr>
        <p:spPr>
          <a:xfrm>
            <a:off x="8572500" y="4314825"/>
            <a:ext cx="1047750" cy="457200"/>
          </a:xfrm>
          <a:prstGeom prst="rect">
            <a:avLst/>
          </a:prstGeom>
          <a:solidFill>
            <a:srgbClr val="D9E2F3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B411E064-57A8-460A-B9BE-70A7FB887479}"/>
              </a:ext>
            </a:extLst>
          </p:cNvPr>
          <p:cNvSpPr>
            <a:spLocks noGrp="1"/>
          </p:cNvSpPr>
          <p:nvPr/>
        </p:nvSpPr>
        <p:spPr>
          <a:xfrm>
            <a:off x="8610600" y="4448175"/>
            <a:ext cx="971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82%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3CC0D6CD-F0B3-4DCD-9837-37186F8AF075}"/>
              </a:ext>
            </a:extLst>
          </p:cNvPr>
          <p:cNvSpPr>
            <a:spLocks noGrp="1"/>
          </p:cNvSpPr>
          <p:nvPr/>
        </p:nvSpPr>
        <p:spPr>
          <a:xfrm>
            <a:off x="9620250" y="4314825"/>
            <a:ext cx="1143000" cy="457200"/>
          </a:xfrm>
          <a:prstGeom prst="rect">
            <a:avLst/>
          </a:prstGeom>
          <a:solidFill>
            <a:srgbClr val="D9E2F3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11074EC9-CA86-4490-A5B8-84990961C4D1}"/>
              </a:ext>
            </a:extLst>
          </p:cNvPr>
          <p:cNvSpPr>
            <a:spLocks noGrp="1"/>
          </p:cNvSpPr>
          <p:nvPr/>
        </p:nvSpPr>
        <p:spPr>
          <a:xfrm>
            <a:off x="9658350" y="4448175"/>
            <a:ext cx="106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배정 완료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4A1E725E-F000-477E-AF5B-3FC95637B1B4}"/>
              </a:ext>
            </a:extLst>
          </p:cNvPr>
          <p:cNvSpPr>
            <a:spLocks noGrp="1"/>
          </p:cNvSpPr>
          <p:nvPr/>
        </p:nvSpPr>
        <p:spPr>
          <a:xfrm>
            <a:off x="10763250" y="4314825"/>
            <a:ext cx="1190625" cy="457200"/>
          </a:xfrm>
          <a:prstGeom prst="rect">
            <a:avLst/>
          </a:prstGeom>
          <a:solidFill>
            <a:srgbClr val="D9E2F3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97E7AD64-3ACD-4D62-A441-B33F6990E2B1}"/>
              </a:ext>
            </a:extLst>
          </p:cNvPr>
          <p:cNvSpPr>
            <a:spLocks noGrp="1"/>
          </p:cNvSpPr>
          <p:nvPr/>
        </p:nvSpPr>
        <p:spPr>
          <a:xfrm>
            <a:off x="10858500" y="4400550"/>
            <a:ext cx="1000125" cy="285750"/>
          </a:xfrm>
          <a:prstGeom prst="rect">
            <a:avLst/>
          </a:prstGeom>
          <a:solidFill>
            <a:srgbClr val="F2F2F2"/>
          </a:solidFill>
          <a:ln w="14288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543CDB6A-2E70-4DFD-AABC-1EA84EAA272A}"/>
              </a:ext>
            </a:extLst>
          </p:cNvPr>
          <p:cNvSpPr>
            <a:spLocks noGrp="1"/>
          </p:cNvSpPr>
          <p:nvPr/>
        </p:nvSpPr>
        <p:spPr>
          <a:xfrm>
            <a:off x="10858500" y="4412631"/>
            <a:ext cx="1000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222222"/>
                </a:solidFill>
              </a:defRPr>
            </a:pPr>
            <a:r>
              <a:rPr sz="1350" b="1" dirty="0" err="1">
                <a:solidFill>
                  <a:srgbClr val="222222"/>
                </a:solidFill>
              </a:rPr>
              <a:t>호실</a:t>
            </a:r>
            <a:r>
              <a:rPr sz="1350" b="1" dirty="0">
                <a:solidFill>
                  <a:srgbClr val="222222"/>
                </a:solidFill>
              </a:rPr>
              <a:t> </a:t>
            </a:r>
            <a:r>
              <a:rPr sz="1350" b="1" dirty="0" err="1">
                <a:solidFill>
                  <a:srgbClr val="222222"/>
                </a:solidFill>
              </a:rPr>
              <a:t>이동</a:t>
            </a:r>
            <a:endParaRPr sz="1350" b="1" dirty="0">
              <a:solidFill>
                <a:srgbClr val="222222"/>
              </a:solidFill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3ADA6797-83CE-4EB1-9CFE-B32111CB9BAC}"/>
              </a:ext>
            </a:extLst>
          </p:cNvPr>
          <p:cNvSpPr>
            <a:spLocks noGrp="1"/>
          </p:cNvSpPr>
          <p:nvPr/>
        </p:nvSpPr>
        <p:spPr>
          <a:xfrm>
            <a:off x="1095375" y="4772025"/>
            <a:ext cx="90487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3D2684C4-FDDF-4F76-93CE-52BC986AD805}"/>
              </a:ext>
            </a:extLst>
          </p:cNvPr>
          <p:cNvSpPr>
            <a:spLocks noGrp="1"/>
          </p:cNvSpPr>
          <p:nvPr/>
        </p:nvSpPr>
        <p:spPr>
          <a:xfrm>
            <a:off x="1133475" y="4905375"/>
            <a:ext cx="8286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203호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9D7E4C5F-7234-4782-95B1-784EE3337ED0}"/>
              </a:ext>
            </a:extLst>
          </p:cNvPr>
          <p:cNvSpPr>
            <a:spLocks noGrp="1"/>
          </p:cNvSpPr>
          <p:nvPr/>
        </p:nvSpPr>
        <p:spPr>
          <a:xfrm>
            <a:off x="2000250" y="4772025"/>
            <a:ext cx="8572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AFD4231F-DC9B-4AA4-AD3C-F8CF1DAFEF40}"/>
              </a:ext>
            </a:extLst>
          </p:cNvPr>
          <p:cNvSpPr>
            <a:spLocks noGrp="1"/>
          </p:cNvSpPr>
          <p:nvPr/>
        </p:nvSpPr>
        <p:spPr>
          <a:xfrm>
            <a:off x="2038350" y="4905375"/>
            <a:ext cx="781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E3A3F03C-A979-40FB-ACC7-F564A7F5CDCA}"/>
              </a:ext>
            </a:extLst>
          </p:cNvPr>
          <p:cNvSpPr>
            <a:spLocks noGrp="1"/>
          </p:cNvSpPr>
          <p:nvPr/>
        </p:nvSpPr>
        <p:spPr>
          <a:xfrm>
            <a:off x="2857500" y="4772025"/>
            <a:ext cx="762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CB8C5A68-C2B1-4C33-B21D-3401E503CEF8}"/>
              </a:ext>
            </a:extLst>
          </p:cNvPr>
          <p:cNvSpPr>
            <a:spLocks noGrp="1"/>
          </p:cNvSpPr>
          <p:nvPr/>
        </p:nvSpPr>
        <p:spPr>
          <a:xfrm>
            <a:off x="2895600" y="4905375"/>
            <a:ext cx="685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여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AD1B7434-006A-4A7D-B409-E85F5541281E}"/>
              </a:ext>
            </a:extLst>
          </p:cNvPr>
          <p:cNvSpPr>
            <a:spLocks noGrp="1"/>
          </p:cNvSpPr>
          <p:nvPr/>
        </p:nvSpPr>
        <p:spPr>
          <a:xfrm>
            <a:off x="3619500" y="4772025"/>
            <a:ext cx="2476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82654480-85C2-435A-9E48-49EC44E4EAF2}"/>
              </a:ext>
            </a:extLst>
          </p:cNvPr>
          <p:cNvSpPr>
            <a:spLocks noGrp="1"/>
          </p:cNvSpPr>
          <p:nvPr/>
        </p:nvSpPr>
        <p:spPr>
          <a:xfrm>
            <a:off x="3657600" y="4905375"/>
            <a:ext cx="2400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최수빈 (2024003)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6A5A6661-1AD5-4586-8019-1611742D732D}"/>
              </a:ext>
            </a:extLst>
          </p:cNvPr>
          <p:cNvSpPr>
            <a:spLocks noGrp="1"/>
          </p:cNvSpPr>
          <p:nvPr/>
        </p:nvSpPr>
        <p:spPr>
          <a:xfrm>
            <a:off x="6096000" y="4772025"/>
            <a:ext cx="2476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BFA92B7D-E7C3-412A-B6C2-D1556F31B4C3}"/>
              </a:ext>
            </a:extLst>
          </p:cNvPr>
          <p:cNvSpPr>
            <a:spLocks noGrp="1"/>
          </p:cNvSpPr>
          <p:nvPr/>
        </p:nvSpPr>
        <p:spPr>
          <a:xfrm>
            <a:off x="6134100" y="4905375"/>
            <a:ext cx="2400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정다은 (2024008)</a:t>
            </a: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47366CE5-0852-4D26-A8A9-D191C0176CC9}"/>
              </a:ext>
            </a:extLst>
          </p:cNvPr>
          <p:cNvSpPr>
            <a:spLocks noGrp="1"/>
          </p:cNvSpPr>
          <p:nvPr/>
        </p:nvSpPr>
        <p:spPr>
          <a:xfrm>
            <a:off x="8572500" y="4772025"/>
            <a:ext cx="10477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A8832BDC-A0AA-48A3-AD9B-E0D9FA529D6D}"/>
              </a:ext>
            </a:extLst>
          </p:cNvPr>
          <p:cNvSpPr>
            <a:spLocks noGrp="1"/>
          </p:cNvSpPr>
          <p:nvPr/>
        </p:nvSpPr>
        <p:spPr>
          <a:xfrm>
            <a:off x="8610600" y="4905375"/>
            <a:ext cx="971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90%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DBEF7A93-7149-4FC3-B2D4-0291DA7954CA}"/>
              </a:ext>
            </a:extLst>
          </p:cNvPr>
          <p:cNvSpPr>
            <a:spLocks noGrp="1"/>
          </p:cNvSpPr>
          <p:nvPr/>
        </p:nvSpPr>
        <p:spPr>
          <a:xfrm>
            <a:off x="9620250" y="4772025"/>
            <a:ext cx="1143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CC341B6C-FDAA-4EFF-9979-694BD9158025}"/>
              </a:ext>
            </a:extLst>
          </p:cNvPr>
          <p:cNvSpPr>
            <a:spLocks noGrp="1"/>
          </p:cNvSpPr>
          <p:nvPr/>
        </p:nvSpPr>
        <p:spPr>
          <a:xfrm>
            <a:off x="9658350" y="4905375"/>
            <a:ext cx="106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배정 완료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BAE1EE9E-2139-4D66-B2BD-F5DF697193B0}"/>
              </a:ext>
            </a:extLst>
          </p:cNvPr>
          <p:cNvSpPr>
            <a:spLocks noGrp="1"/>
          </p:cNvSpPr>
          <p:nvPr/>
        </p:nvSpPr>
        <p:spPr>
          <a:xfrm>
            <a:off x="10763250" y="4772025"/>
            <a:ext cx="119062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4D04F79D-E35B-4E87-8151-9A4B63F98B9B}"/>
              </a:ext>
            </a:extLst>
          </p:cNvPr>
          <p:cNvSpPr>
            <a:spLocks noGrp="1"/>
          </p:cNvSpPr>
          <p:nvPr/>
        </p:nvSpPr>
        <p:spPr>
          <a:xfrm>
            <a:off x="10858500" y="4857750"/>
            <a:ext cx="1000125" cy="285750"/>
          </a:xfrm>
          <a:prstGeom prst="rect">
            <a:avLst/>
          </a:prstGeom>
          <a:solidFill>
            <a:srgbClr val="F2F2F2"/>
          </a:solidFill>
          <a:ln w="14288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AD9F4BFA-4964-4373-99DC-9C271464B92E}"/>
              </a:ext>
            </a:extLst>
          </p:cNvPr>
          <p:cNvSpPr>
            <a:spLocks noGrp="1"/>
          </p:cNvSpPr>
          <p:nvPr/>
        </p:nvSpPr>
        <p:spPr>
          <a:xfrm>
            <a:off x="10858500" y="4869831"/>
            <a:ext cx="1000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222222"/>
                </a:solidFill>
              </a:defRPr>
            </a:pPr>
            <a:r>
              <a:rPr sz="1350" b="1" dirty="0" err="1">
                <a:solidFill>
                  <a:srgbClr val="222222"/>
                </a:solidFill>
              </a:rPr>
              <a:t>호실</a:t>
            </a:r>
            <a:r>
              <a:rPr sz="1350" b="1" dirty="0">
                <a:solidFill>
                  <a:srgbClr val="222222"/>
                </a:solidFill>
              </a:rPr>
              <a:t> </a:t>
            </a:r>
            <a:r>
              <a:rPr sz="1350" b="1" dirty="0" err="1">
                <a:solidFill>
                  <a:srgbClr val="222222"/>
                </a:solidFill>
              </a:rPr>
              <a:t>이동</a:t>
            </a:r>
            <a:endParaRPr sz="1350" b="1" dirty="0">
              <a:solidFill>
                <a:srgbClr val="222222"/>
              </a:solidFill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290E204F-59F7-4EE1-8F1C-8ACE36854E2C}"/>
              </a:ext>
            </a:extLst>
          </p:cNvPr>
          <p:cNvSpPr>
            <a:spLocks noGrp="1"/>
          </p:cNvSpPr>
          <p:nvPr/>
        </p:nvSpPr>
        <p:spPr>
          <a:xfrm>
            <a:off x="1095375" y="5229225"/>
            <a:ext cx="90487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CE9B535A-28CF-4063-A88B-F3B2B46B4587}"/>
              </a:ext>
            </a:extLst>
          </p:cNvPr>
          <p:cNvSpPr>
            <a:spLocks noGrp="1"/>
          </p:cNvSpPr>
          <p:nvPr/>
        </p:nvSpPr>
        <p:spPr>
          <a:xfrm>
            <a:off x="1133475" y="5362575"/>
            <a:ext cx="8286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222222"/>
                </a:solidFill>
              </a:defRPr>
            </a:pPr>
            <a:r>
              <a:rPr lang="en-US" sz="1050" dirty="0">
                <a:solidFill>
                  <a:srgbClr val="222222"/>
                </a:solidFill>
              </a:rPr>
              <a:t>3</a:t>
            </a:r>
            <a:r>
              <a:rPr sz="1050" b="0" dirty="0">
                <a:solidFill>
                  <a:srgbClr val="222222"/>
                </a:solidFill>
              </a:rPr>
              <a:t>04호</a:t>
            </a: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AA4B7117-A16F-4C93-A748-1CF11AF605EE}"/>
              </a:ext>
            </a:extLst>
          </p:cNvPr>
          <p:cNvSpPr>
            <a:spLocks noGrp="1"/>
          </p:cNvSpPr>
          <p:nvPr/>
        </p:nvSpPr>
        <p:spPr>
          <a:xfrm>
            <a:off x="2000250" y="5229225"/>
            <a:ext cx="8572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A7E8C20A-BEB8-476F-ADF3-B253CACA3EC6}"/>
              </a:ext>
            </a:extLst>
          </p:cNvPr>
          <p:cNvSpPr>
            <a:spLocks noGrp="1"/>
          </p:cNvSpPr>
          <p:nvPr/>
        </p:nvSpPr>
        <p:spPr>
          <a:xfrm>
            <a:off x="2038350" y="5362575"/>
            <a:ext cx="781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</a:t>
            </a: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F5FB69FA-E462-4730-9F98-077A81F9337F}"/>
              </a:ext>
            </a:extLst>
          </p:cNvPr>
          <p:cNvSpPr>
            <a:spLocks noGrp="1"/>
          </p:cNvSpPr>
          <p:nvPr/>
        </p:nvSpPr>
        <p:spPr>
          <a:xfrm>
            <a:off x="2857500" y="5229225"/>
            <a:ext cx="762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E8794CAF-DF66-4447-856F-9B49C5C8C38B}"/>
              </a:ext>
            </a:extLst>
          </p:cNvPr>
          <p:cNvSpPr>
            <a:spLocks noGrp="1"/>
          </p:cNvSpPr>
          <p:nvPr/>
        </p:nvSpPr>
        <p:spPr>
          <a:xfrm>
            <a:off x="2895600" y="5362575"/>
            <a:ext cx="685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남</a:t>
            </a: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653462B5-E8B6-4D00-BB7C-552D7F55DB5E}"/>
              </a:ext>
            </a:extLst>
          </p:cNvPr>
          <p:cNvSpPr>
            <a:spLocks noGrp="1"/>
          </p:cNvSpPr>
          <p:nvPr/>
        </p:nvSpPr>
        <p:spPr>
          <a:xfrm>
            <a:off x="3619500" y="5229225"/>
            <a:ext cx="2476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6124D286-B52A-4125-9A4E-C91EA4829DD8}"/>
              </a:ext>
            </a:extLst>
          </p:cNvPr>
          <p:cNvSpPr>
            <a:spLocks noGrp="1"/>
          </p:cNvSpPr>
          <p:nvPr/>
        </p:nvSpPr>
        <p:spPr>
          <a:xfrm>
            <a:off x="3657600" y="5362575"/>
            <a:ext cx="2400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강현우 (2025001)</a:t>
            </a: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1B9538AE-69D0-4EDE-B89E-7E20C8C81E78}"/>
              </a:ext>
            </a:extLst>
          </p:cNvPr>
          <p:cNvSpPr>
            <a:spLocks noGrp="1"/>
          </p:cNvSpPr>
          <p:nvPr/>
        </p:nvSpPr>
        <p:spPr>
          <a:xfrm>
            <a:off x="6096000" y="5229225"/>
            <a:ext cx="2476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2F5D639F-12CE-4D14-BA72-921541F312E4}"/>
              </a:ext>
            </a:extLst>
          </p:cNvPr>
          <p:cNvSpPr>
            <a:spLocks noGrp="1"/>
          </p:cNvSpPr>
          <p:nvPr/>
        </p:nvSpPr>
        <p:spPr>
          <a:xfrm>
            <a:off x="6134100" y="5362575"/>
            <a:ext cx="2400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222222"/>
                </a:solidFill>
              </a:defRPr>
            </a:pPr>
            <a:r>
              <a:rPr lang="ko-KR" altLang="en-US" sz="1050" dirty="0">
                <a:solidFill>
                  <a:srgbClr val="222222"/>
                </a:solidFill>
              </a:rPr>
              <a:t>옹</a:t>
            </a:r>
            <a:r>
              <a:rPr sz="1050" b="0" dirty="0" err="1">
                <a:solidFill>
                  <a:srgbClr val="222222"/>
                </a:solidFill>
              </a:rPr>
              <a:t>세훈</a:t>
            </a:r>
            <a:r>
              <a:rPr sz="1050" b="0" dirty="0">
                <a:solidFill>
                  <a:srgbClr val="222222"/>
                </a:solidFill>
              </a:rPr>
              <a:t> (2025006)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93EB454F-377D-4F39-9C76-70FD45FAF010}"/>
              </a:ext>
            </a:extLst>
          </p:cNvPr>
          <p:cNvSpPr>
            <a:spLocks noGrp="1"/>
          </p:cNvSpPr>
          <p:nvPr/>
        </p:nvSpPr>
        <p:spPr>
          <a:xfrm>
            <a:off x="8572500" y="5229225"/>
            <a:ext cx="10477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33E8218B-4203-4346-A084-562609E5FE50}"/>
              </a:ext>
            </a:extLst>
          </p:cNvPr>
          <p:cNvSpPr>
            <a:spLocks noGrp="1"/>
          </p:cNvSpPr>
          <p:nvPr/>
        </p:nvSpPr>
        <p:spPr>
          <a:xfrm>
            <a:off x="8610600" y="5362575"/>
            <a:ext cx="971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75%</a:t>
            </a: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023E1F78-587A-4F50-9C09-0E8A13699572}"/>
              </a:ext>
            </a:extLst>
          </p:cNvPr>
          <p:cNvSpPr>
            <a:spLocks noGrp="1"/>
          </p:cNvSpPr>
          <p:nvPr/>
        </p:nvSpPr>
        <p:spPr>
          <a:xfrm>
            <a:off x="9620250" y="5229225"/>
            <a:ext cx="1143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55675AFE-3B1B-4398-84E7-A97C4AC71A62}"/>
              </a:ext>
            </a:extLst>
          </p:cNvPr>
          <p:cNvSpPr>
            <a:spLocks noGrp="1"/>
          </p:cNvSpPr>
          <p:nvPr/>
        </p:nvSpPr>
        <p:spPr>
          <a:xfrm>
            <a:off x="9658350" y="5362575"/>
            <a:ext cx="106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배정 완료</a:t>
            </a: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56EA829B-C6DD-4A3A-8068-D045727F0DB9}"/>
              </a:ext>
            </a:extLst>
          </p:cNvPr>
          <p:cNvSpPr>
            <a:spLocks noGrp="1"/>
          </p:cNvSpPr>
          <p:nvPr/>
        </p:nvSpPr>
        <p:spPr>
          <a:xfrm>
            <a:off x="10763250" y="5229225"/>
            <a:ext cx="119062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79F4C4D8-8DA9-42D2-AA12-B31199349C58}"/>
              </a:ext>
            </a:extLst>
          </p:cNvPr>
          <p:cNvSpPr>
            <a:spLocks noGrp="1"/>
          </p:cNvSpPr>
          <p:nvPr/>
        </p:nvSpPr>
        <p:spPr>
          <a:xfrm>
            <a:off x="10858500" y="5314950"/>
            <a:ext cx="1000125" cy="285750"/>
          </a:xfrm>
          <a:prstGeom prst="rect">
            <a:avLst/>
          </a:prstGeom>
          <a:solidFill>
            <a:srgbClr val="F2F2F2"/>
          </a:solidFill>
          <a:ln w="14288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5416F3F1-E678-4D58-A13B-9539296F5472}"/>
              </a:ext>
            </a:extLst>
          </p:cNvPr>
          <p:cNvSpPr>
            <a:spLocks noGrp="1"/>
          </p:cNvSpPr>
          <p:nvPr/>
        </p:nvSpPr>
        <p:spPr>
          <a:xfrm>
            <a:off x="10858500" y="5327031"/>
            <a:ext cx="1000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호실 이동</a:t>
            </a: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734C69DD-3EB8-4847-BEEF-7370AE8A2012}"/>
              </a:ext>
            </a:extLst>
          </p:cNvPr>
          <p:cNvSpPr>
            <a:spLocks noGrp="1"/>
          </p:cNvSpPr>
          <p:nvPr/>
        </p:nvSpPr>
        <p:spPr>
          <a:xfrm>
            <a:off x="1095375" y="5686425"/>
            <a:ext cx="90487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67765031-2F3C-4B5F-A23C-1ACA28E37C89}"/>
              </a:ext>
            </a:extLst>
          </p:cNvPr>
          <p:cNvSpPr>
            <a:spLocks noGrp="1"/>
          </p:cNvSpPr>
          <p:nvPr/>
        </p:nvSpPr>
        <p:spPr>
          <a:xfrm>
            <a:off x="1133475" y="5819775"/>
            <a:ext cx="8286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205호</a:t>
            </a: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3A75C5C7-AF61-44FA-A2A9-C867CFEC4642}"/>
              </a:ext>
            </a:extLst>
          </p:cNvPr>
          <p:cNvSpPr>
            <a:spLocks noGrp="1"/>
          </p:cNvSpPr>
          <p:nvPr/>
        </p:nvSpPr>
        <p:spPr>
          <a:xfrm>
            <a:off x="2000250" y="5686425"/>
            <a:ext cx="8572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4F2B2F87-5C8D-4624-B67C-27774E3EF355}"/>
              </a:ext>
            </a:extLst>
          </p:cNvPr>
          <p:cNvSpPr>
            <a:spLocks noGrp="1"/>
          </p:cNvSpPr>
          <p:nvPr/>
        </p:nvSpPr>
        <p:spPr>
          <a:xfrm>
            <a:off x="2038350" y="5819775"/>
            <a:ext cx="781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</a:t>
            </a: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CA84E677-9A6B-4C6D-A14C-7985274CD76E}"/>
              </a:ext>
            </a:extLst>
          </p:cNvPr>
          <p:cNvSpPr>
            <a:spLocks noGrp="1"/>
          </p:cNvSpPr>
          <p:nvPr/>
        </p:nvSpPr>
        <p:spPr>
          <a:xfrm>
            <a:off x="2857500" y="5686425"/>
            <a:ext cx="762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194BFD68-84A3-4D54-9015-F7DC34EEC5EE}"/>
              </a:ext>
            </a:extLst>
          </p:cNvPr>
          <p:cNvSpPr>
            <a:spLocks noGrp="1"/>
          </p:cNvSpPr>
          <p:nvPr/>
        </p:nvSpPr>
        <p:spPr>
          <a:xfrm>
            <a:off x="2895600" y="5819775"/>
            <a:ext cx="685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222222"/>
                </a:solidFill>
              </a:defRPr>
            </a:pPr>
            <a:r>
              <a:rPr lang="ko-KR" altLang="en-US" sz="1050" dirty="0">
                <a:solidFill>
                  <a:srgbClr val="222222"/>
                </a:solidFill>
              </a:rPr>
              <a:t>남</a:t>
            </a:r>
            <a:endParaRPr sz="1050" b="0" dirty="0">
              <a:solidFill>
                <a:srgbClr val="222222"/>
              </a:solidFill>
            </a:endParaRP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055177AF-0952-4D83-9320-5C2F6869FC25}"/>
              </a:ext>
            </a:extLst>
          </p:cNvPr>
          <p:cNvSpPr>
            <a:spLocks noGrp="1"/>
          </p:cNvSpPr>
          <p:nvPr/>
        </p:nvSpPr>
        <p:spPr>
          <a:xfrm>
            <a:off x="3619500" y="5686425"/>
            <a:ext cx="2476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777FCC37-7DDF-4A33-87ED-1EFA5DBB51F9}"/>
              </a:ext>
            </a:extLst>
          </p:cNvPr>
          <p:cNvSpPr>
            <a:spLocks noGrp="1"/>
          </p:cNvSpPr>
          <p:nvPr/>
        </p:nvSpPr>
        <p:spPr>
          <a:xfrm>
            <a:off x="3657600" y="5819775"/>
            <a:ext cx="2400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김채원 (2025002)</a:t>
            </a: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A2EE6A9D-CB62-46BE-8E28-71326FA4A324}"/>
              </a:ext>
            </a:extLst>
          </p:cNvPr>
          <p:cNvSpPr>
            <a:spLocks noGrp="1"/>
          </p:cNvSpPr>
          <p:nvPr/>
        </p:nvSpPr>
        <p:spPr>
          <a:xfrm>
            <a:off x="6096000" y="5686425"/>
            <a:ext cx="2476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0641BCEF-3BDF-4EE9-A387-F10D8AD7DA8C}"/>
              </a:ext>
            </a:extLst>
          </p:cNvPr>
          <p:cNvSpPr>
            <a:spLocks noGrp="1"/>
          </p:cNvSpPr>
          <p:nvPr/>
        </p:nvSpPr>
        <p:spPr>
          <a:xfrm>
            <a:off x="6134100" y="5819775"/>
            <a:ext cx="2400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이서연 (2025007)</a:t>
            </a: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F6E9F925-D592-4D2D-84AF-7FC6F3B40AA1}"/>
              </a:ext>
            </a:extLst>
          </p:cNvPr>
          <p:cNvSpPr>
            <a:spLocks noGrp="1"/>
          </p:cNvSpPr>
          <p:nvPr/>
        </p:nvSpPr>
        <p:spPr>
          <a:xfrm>
            <a:off x="8572500" y="5686425"/>
            <a:ext cx="10477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0F64C11D-D192-404A-9D30-2BD3536E7EBF}"/>
              </a:ext>
            </a:extLst>
          </p:cNvPr>
          <p:cNvSpPr>
            <a:spLocks noGrp="1"/>
          </p:cNvSpPr>
          <p:nvPr/>
        </p:nvSpPr>
        <p:spPr>
          <a:xfrm>
            <a:off x="8610600" y="5819775"/>
            <a:ext cx="971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85%</a:t>
            </a: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DDC75B94-CAF7-4F5B-A70B-336BE1FF73DC}"/>
              </a:ext>
            </a:extLst>
          </p:cNvPr>
          <p:cNvSpPr>
            <a:spLocks noGrp="1"/>
          </p:cNvSpPr>
          <p:nvPr/>
        </p:nvSpPr>
        <p:spPr>
          <a:xfrm>
            <a:off x="9620250" y="5686425"/>
            <a:ext cx="1143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DEC2EA29-C4A1-4BE5-B0D3-937C6BC2CAAB}"/>
              </a:ext>
            </a:extLst>
          </p:cNvPr>
          <p:cNvSpPr>
            <a:spLocks noGrp="1"/>
          </p:cNvSpPr>
          <p:nvPr/>
        </p:nvSpPr>
        <p:spPr>
          <a:xfrm>
            <a:off x="9658350" y="5819775"/>
            <a:ext cx="106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배정 완료</a:t>
            </a: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F2B965D9-122F-4830-8D60-F1095BB40474}"/>
              </a:ext>
            </a:extLst>
          </p:cNvPr>
          <p:cNvSpPr>
            <a:spLocks noGrp="1"/>
          </p:cNvSpPr>
          <p:nvPr/>
        </p:nvSpPr>
        <p:spPr>
          <a:xfrm>
            <a:off x="10763250" y="5686425"/>
            <a:ext cx="119062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E6B45F15-D576-43E7-B37B-6106B025DE25}"/>
              </a:ext>
            </a:extLst>
          </p:cNvPr>
          <p:cNvSpPr>
            <a:spLocks noGrp="1"/>
          </p:cNvSpPr>
          <p:nvPr/>
        </p:nvSpPr>
        <p:spPr>
          <a:xfrm>
            <a:off x="10858500" y="5772150"/>
            <a:ext cx="1000125" cy="285750"/>
          </a:xfrm>
          <a:prstGeom prst="rect">
            <a:avLst/>
          </a:prstGeom>
          <a:solidFill>
            <a:srgbClr val="F2F2F2"/>
          </a:solidFill>
          <a:ln w="14288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5A9E47E7-F560-4FC5-87B4-C4178FEA503A}"/>
              </a:ext>
            </a:extLst>
          </p:cNvPr>
          <p:cNvSpPr>
            <a:spLocks noGrp="1"/>
          </p:cNvSpPr>
          <p:nvPr/>
        </p:nvSpPr>
        <p:spPr>
          <a:xfrm>
            <a:off x="10858500" y="5784231"/>
            <a:ext cx="1000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호실 이동</a:t>
            </a: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2E2290FA-18F1-430A-9981-9699399ECDD5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857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이동</a:t>
            </a: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91BA8B0E-B31B-CBDA-EED8-03F6D5CEB6B1}"/>
              </a:ext>
            </a:extLst>
          </p:cNvPr>
          <p:cNvSpPr>
            <a:spLocks noGrp="1"/>
          </p:cNvSpPr>
          <p:nvPr/>
        </p:nvSpPr>
        <p:spPr>
          <a:xfrm>
            <a:off x="190500" y="3476625"/>
            <a:ext cx="904875" cy="381000"/>
          </a:xfrm>
          <a:prstGeom prst="rect">
            <a:avLst/>
          </a:prstGeom>
          <a:solidFill>
            <a:srgbClr val="F2F2F2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9A3EBC01-59E4-A2C2-1971-55EC92862FFD}"/>
              </a:ext>
            </a:extLst>
          </p:cNvPr>
          <p:cNvSpPr>
            <a:spLocks noGrp="1"/>
          </p:cNvSpPr>
          <p:nvPr/>
        </p:nvSpPr>
        <p:spPr>
          <a:xfrm>
            <a:off x="190500" y="3571875"/>
            <a:ext cx="904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222222"/>
                </a:solidFill>
              </a:defRPr>
            </a:pPr>
            <a:r>
              <a:rPr lang="en-US" sz="1125" b="1" dirty="0">
                <a:solidFill>
                  <a:srgbClr val="222222"/>
                </a:solidFill>
              </a:rPr>
              <a:t>A/B </a:t>
            </a:r>
            <a:r>
              <a:rPr lang="ko-KR" altLang="en-US" sz="1125" b="1" dirty="0">
                <a:solidFill>
                  <a:srgbClr val="222222"/>
                </a:solidFill>
              </a:rPr>
              <a:t>동</a:t>
            </a:r>
            <a:endParaRPr sz="1125" b="1" dirty="0">
              <a:solidFill>
                <a:srgbClr val="222222"/>
              </a:solidFill>
            </a:endParaRP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B814AF2D-DF30-4B86-7831-A982CD969802}"/>
              </a:ext>
            </a:extLst>
          </p:cNvPr>
          <p:cNvSpPr>
            <a:spLocks noGrp="1"/>
          </p:cNvSpPr>
          <p:nvPr/>
        </p:nvSpPr>
        <p:spPr>
          <a:xfrm>
            <a:off x="190500" y="3857625"/>
            <a:ext cx="90487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876FECB4-78F5-D192-B948-645ECEC182E3}"/>
              </a:ext>
            </a:extLst>
          </p:cNvPr>
          <p:cNvSpPr>
            <a:spLocks noGrp="1"/>
          </p:cNvSpPr>
          <p:nvPr/>
        </p:nvSpPr>
        <p:spPr>
          <a:xfrm>
            <a:off x="228600" y="3990975"/>
            <a:ext cx="8286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222222"/>
                </a:solidFill>
              </a:defRPr>
            </a:pPr>
            <a:r>
              <a:rPr lang="en-US" sz="1050" b="0" dirty="0">
                <a:solidFill>
                  <a:srgbClr val="222222"/>
                </a:solidFill>
              </a:rPr>
              <a:t>A</a:t>
            </a:r>
            <a:r>
              <a:rPr lang="ko-KR" altLang="en-US" sz="1050" b="0" dirty="0">
                <a:solidFill>
                  <a:srgbClr val="222222"/>
                </a:solidFill>
              </a:rPr>
              <a:t>동</a:t>
            </a:r>
            <a:endParaRPr sz="1050" b="0" dirty="0">
              <a:solidFill>
                <a:srgbClr val="222222"/>
              </a:solidFill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A52EDF43-C256-5649-1FF5-E46AE62DBD7D}"/>
              </a:ext>
            </a:extLst>
          </p:cNvPr>
          <p:cNvSpPr>
            <a:spLocks noGrp="1"/>
          </p:cNvSpPr>
          <p:nvPr/>
        </p:nvSpPr>
        <p:spPr>
          <a:xfrm>
            <a:off x="190500" y="4314825"/>
            <a:ext cx="904875" cy="457200"/>
          </a:xfrm>
          <a:prstGeom prst="rect">
            <a:avLst/>
          </a:prstGeom>
          <a:solidFill>
            <a:srgbClr val="D9E2F3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41EFE0DC-84AD-40E5-0180-2A2DDD1B4ED7}"/>
              </a:ext>
            </a:extLst>
          </p:cNvPr>
          <p:cNvSpPr>
            <a:spLocks noGrp="1"/>
          </p:cNvSpPr>
          <p:nvPr/>
        </p:nvSpPr>
        <p:spPr>
          <a:xfrm>
            <a:off x="228600" y="4448175"/>
            <a:ext cx="8286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222222"/>
                </a:solidFill>
              </a:defRPr>
            </a:pPr>
            <a:r>
              <a:rPr lang="en-US" sz="1050" b="0" dirty="0">
                <a:solidFill>
                  <a:srgbClr val="222222"/>
                </a:solidFill>
              </a:rPr>
              <a:t>A</a:t>
            </a:r>
            <a:r>
              <a:rPr lang="ko-KR" altLang="en-US" sz="1050" b="0" dirty="0">
                <a:solidFill>
                  <a:srgbClr val="222222"/>
                </a:solidFill>
              </a:rPr>
              <a:t>동</a:t>
            </a:r>
            <a:endParaRPr sz="1050" b="0" dirty="0">
              <a:solidFill>
                <a:srgbClr val="222222"/>
              </a:solidFill>
            </a:endParaRP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A4113D38-F257-5014-FAFC-38B9D31AECAD}"/>
              </a:ext>
            </a:extLst>
          </p:cNvPr>
          <p:cNvSpPr>
            <a:spLocks noGrp="1"/>
          </p:cNvSpPr>
          <p:nvPr/>
        </p:nvSpPr>
        <p:spPr>
          <a:xfrm>
            <a:off x="190500" y="4772025"/>
            <a:ext cx="90487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3F0EA116-D771-B9D4-EA28-2883F6F84E41}"/>
              </a:ext>
            </a:extLst>
          </p:cNvPr>
          <p:cNvSpPr>
            <a:spLocks noGrp="1"/>
          </p:cNvSpPr>
          <p:nvPr/>
        </p:nvSpPr>
        <p:spPr>
          <a:xfrm>
            <a:off x="228600" y="4905375"/>
            <a:ext cx="8286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222222"/>
                </a:solidFill>
              </a:defRPr>
            </a:pPr>
            <a:r>
              <a:rPr lang="en-US" sz="1050" b="0" dirty="0">
                <a:solidFill>
                  <a:srgbClr val="222222"/>
                </a:solidFill>
              </a:rPr>
              <a:t>B</a:t>
            </a:r>
            <a:r>
              <a:rPr lang="ko-KR" altLang="en-US" sz="1050" b="0" dirty="0">
                <a:solidFill>
                  <a:srgbClr val="222222"/>
                </a:solidFill>
              </a:rPr>
              <a:t>동</a:t>
            </a:r>
            <a:endParaRPr sz="1050" b="0" dirty="0">
              <a:solidFill>
                <a:srgbClr val="222222"/>
              </a:solidFill>
            </a:endParaRP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7F4DE6F1-B668-01F3-1DC4-90392D9C8CC6}"/>
              </a:ext>
            </a:extLst>
          </p:cNvPr>
          <p:cNvSpPr>
            <a:spLocks noGrp="1"/>
          </p:cNvSpPr>
          <p:nvPr/>
        </p:nvSpPr>
        <p:spPr>
          <a:xfrm>
            <a:off x="190500" y="5229225"/>
            <a:ext cx="90487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F4B3CE22-124C-7877-A1D0-A515B6F02A0F}"/>
              </a:ext>
            </a:extLst>
          </p:cNvPr>
          <p:cNvSpPr>
            <a:spLocks noGrp="1"/>
          </p:cNvSpPr>
          <p:nvPr/>
        </p:nvSpPr>
        <p:spPr>
          <a:xfrm>
            <a:off x="228600" y="5362575"/>
            <a:ext cx="8286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222222"/>
                </a:solidFill>
              </a:defRPr>
            </a:pPr>
            <a:r>
              <a:rPr lang="en-US" altLang="ko-KR" sz="1050" b="0" dirty="0">
                <a:solidFill>
                  <a:srgbClr val="222222"/>
                </a:solidFill>
              </a:rPr>
              <a:t>A</a:t>
            </a:r>
            <a:r>
              <a:rPr lang="ko-KR" altLang="en-US" sz="1050" b="0" dirty="0">
                <a:solidFill>
                  <a:srgbClr val="222222"/>
                </a:solidFill>
              </a:rPr>
              <a:t>동</a:t>
            </a:r>
            <a:endParaRPr sz="1050" b="0" dirty="0">
              <a:solidFill>
                <a:srgbClr val="222222"/>
              </a:solidFill>
            </a:endParaRPr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396837D3-29E6-CA0C-C26F-8E41C31E729F}"/>
              </a:ext>
            </a:extLst>
          </p:cNvPr>
          <p:cNvSpPr>
            <a:spLocks noGrp="1"/>
          </p:cNvSpPr>
          <p:nvPr/>
        </p:nvSpPr>
        <p:spPr>
          <a:xfrm>
            <a:off x="190500" y="5686425"/>
            <a:ext cx="90487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743DDEDA-A500-EEF6-D69C-831A6A67EF3B}"/>
              </a:ext>
            </a:extLst>
          </p:cNvPr>
          <p:cNvSpPr>
            <a:spLocks noGrp="1"/>
          </p:cNvSpPr>
          <p:nvPr/>
        </p:nvSpPr>
        <p:spPr>
          <a:xfrm>
            <a:off x="228600" y="5819775"/>
            <a:ext cx="8286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222222"/>
                </a:solidFill>
              </a:defRPr>
            </a:pPr>
            <a:r>
              <a:rPr lang="en-US" sz="1050" dirty="0">
                <a:solidFill>
                  <a:srgbClr val="222222"/>
                </a:solidFill>
              </a:rPr>
              <a:t>B</a:t>
            </a:r>
            <a:r>
              <a:rPr lang="ko-KR" altLang="en-US" sz="1050" dirty="0">
                <a:solidFill>
                  <a:srgbClr val="222222"/>
                </a:solidFill>
              </a:rPr>
              <a:t>동</a:t>
            </a:r>
            <a:endParaRPr sz="1050" b="0" dirty="0">
              <a:solidFill>
                <a:srgbClr val="22222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860072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265</Words>
  <Application>Microsoft Office PowerPoint</Application>
  <DocSecurity>0</DocSecurity>
  <PresentationFormat>와이드스크린</PresentationFormat>
  <Paragraphs>127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5" baseType="lpstr">
      <vt:lpstr>Calibri</vt:lpstr>
      <vt:lpstr>ChatGPT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량후 김</cp:lastModifiedBy>
  <cp:revision>1</cp:revision>
  <dcterms:created xsi:type="dcterms:W3CDTF">2026-08-29T12:08:16Z</dcterms:created>
  <dcterms:modified xsi:type="dcterms:W3CDTF">2026-08-30T05:43:16Z</dcterms:modified>
</cp:coreProperties>
</file>